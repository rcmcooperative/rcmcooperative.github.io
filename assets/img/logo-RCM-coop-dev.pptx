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4" r:id="rId5"/>
    <p:sldId id="273" r:id="rId6"/>
    <p:sldId id="271" r:id="rId7"/>
    <p:sldId id="272" r:id="rId8"/>
    <p:sldId id="262" r:id="rId9"/>
    <p:sldId id="269" r:id="rId10"/>
    <p:sldId id="267" r:id="rId11"/>
    <p:sldId id="268" r:id="rId12"/>
    <p:sldId id="270" r:id="rId13"/>
    <p:sldId id="275" r:id="rId14"/>
    <p:sldId id="277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85" r:id="rId23"/>
    <p:sldId id="286" r:id="rId24"/>
    <p:sldId id="284" r:id="rId25"/>
    <p:sldId id="287" r:id="rId26"/>
    <p:sldId id="289" r:id="rId27"/>
    <p:sldId id="290" r:id="rId28"/>
    <p:sldId id="291" r:id="rId29"/>
    <p:sldId id="292" r:id="rId30"/>
    <p:sldId id="293" r:id="rId31"/>
    <p:sldId id="294" r:id="rId32"/>
    <p:sldId id="300" r:id="rId33"/>
    <p:sldId id="295" r:id="rId34"/>
    <p:sldId id="297" r:id="rId35"/>
    <p:sldId id="298" r:id="rId36"/>
    <p:sldId id="296" r:id="rId37"/>
    <p:sldId id="301" r:id="rId38"/>
    <p:sldId id="29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CCFE"/>
    <a:srgbClr val="637F8D"/>
    <a:srgbClr val="353A3F"/>
    <a:srgbClr val="578C5D"/>
    <a:srgbClr val="D99D8D"/>
    <a:srgbClr val="061E06"/>
    <a:srgbClr val="194C52"/>
    <a:srgbClr val="8E4A52"/>
    <a:srgbClr val="165875"/>
    <a:srgbClr val="2E7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461"/>
    <p:restoredTop sz="94693"/>
  </p:normalViewPr>
  <p:slideViewPr>
    <p:cSldViewPr snapToGrid="0">
      <p:cViewPr>
        <p:scale>
          <a:sx n="317" d="100"/>
          <a:sy n="317" d="100"/>
        </p:scale>
        <p:origin x="-1960" y="-6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8417B-7578-4D89-11F8-CED95325C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84159-9DEF-486A-F69A-B24449EE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E9866-27C4-C94C-3490-02BFDBCC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86EB5-08B0-FE87-133B-FB5E332C0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1E582-3EF2-9700-19E1-73DAD811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16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2632-B320-EE92-7A28-EC99864B8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A9280-6F86-DBA4-02A5-1EC638018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0ED5A-0451-2385-F360-1F2B47093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C1DEC-A3FD-DFCD-82EB-A091796A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F1DB6-9205-7B27-BF49-5484CF92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6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9F52-47FA-13D7-BC0A-0F335AE5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20064-57CA-2D8F-2A0A-9EF15F9472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A1E39-C57D-7A3E-0CBE-A3D66C0A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526CA-94F8-338B-5EB2-666BCD72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16B3A-D828-AE1B-928E-EFE3EEB16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3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AA0A-CEFC-A331-EAB5-0641FC2FB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B9BAC-5689-F49C-E727-B358EC4F2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B4B48-240E-4763-998A-EE2FE4481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8BFA4-B1C9-27C1-84D5-09EEDBBD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3291D-F693-1FF2-F902-61F5E671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366F5-E80E-555A-68A2-E3B7DCBEB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5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024B7-B3DA-447C-BC8B-36E0E0A8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EEC93-90E1-449B-9DD7-5A92B4194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E21E9-9DA0-BCFE-5F26-C7B421589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8EB813-32C2-8A74-F62B-01842BFDB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4A773-637D-C9D3-FAB0-0BBA0CBB66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E06A7-88E8-8922-905D-86DBF96F3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887193-4D4F-3A68-F957-620E04604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F3DBED-DBD2-F720-7F14-909509C1E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69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B6C5-172F-CCE0-B7DE-19B5C835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9081B0-DDEC-6CDB-DD56-DE31BB819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3E387-CC60-FFB5-87FB-EF1E8E2A2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26D93-C481-9678-72D5-B767300E1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21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CEFE60-A916-5BFB-C351-9EE46189E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D88A2F-3C36-CB85-6F39-3B9322F3E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5856B-6345-C721-70BE-64E436FEB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4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37734-662A-A653-6BAE-B50FCAFFF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C4EEF-5DB6-3421-6B48-5328B5B53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4BDFB0-4253-8834-32C6-D1A07B23F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A001A-B43C-8736-7E27-AEF2DF9A6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12640-8A78-996D-4D96-FDB7126D8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44BA3-24C7-759F-145C-C861AC9F8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509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E5EF-7EDA-CC62-A0CE-87BED07D3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60EBA3-427F-9226-7A79-26E68A595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AA7DB-68EE-462C-A18D-AFA2063AE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CD1D6-3BA3-96CA-BA82-0D124CF0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5CA9F-E5DE-E773-D7AF-39478F308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8E16C-604E-3BF7-F806-EEEBBB03F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030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CC2A0-329B-D96C-9361-2A961315A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D1B90-C9CF-7BE8-D7EF-DAEEF8FC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514FA-BCEC-5F85-FFCF-B6BE03AAF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0F1D5-C93F-4388-7FEB-4DC16C6F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94CE7-2551-A2B9-855C-624701D09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16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8CAFB-7D97-EAB1-9B42-B5622EA32A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66009-B5AB-B4C7-052E-F3090E3B2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5C63E-1FB6-121F-4C90-37054D14D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4B222-FA86-F1BD-D4F9-696B1736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1189A-454C-F0B3-AC97-1D35BF2C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8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7124D9-6A22-D081-F168-0A79503C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E37D8-AB47-9C57-1B1A-1F4D89505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04ED9-FE39-3816-6407-2491668D68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F1358-2D8A-7743-80A8-998FCC7F2732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D48D7-9408-5E37-E453-AE22AD642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E1BE0-12ED-1AF6-BC54-21CFCCDF9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4AFA5A-B38C-4A4C-8E69-15D87115C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63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524069-04AB-5153-74C9-F58E28F24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099" y="957284"/>
            <a:ext cx="2641600" cy="33401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FA9EA7-A0C7-9C7C-78AD-739D851CE8D4}"/>
              </a:ext>
            </a:extLst>
          </p:cNvPr>
          <p:cNvSpPr/>
          <p:nvPr/>
        </p:nvSpPr>
        <p:spPr>
          <a:xfrm>
            <a:off x="6576164" y="957284"/>
            <a:ext cx="2016691" cy="1873598"/>
          </a:xfrm>
          <a:prstGeom prst="rect">
            <a:avLst/>
          </a:prstGeom>
          <a:solidFill>
            <a:srgbClr val="F1E7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F1E7D4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36640B-3ACD-E8DD-42A5-182257787E40}"/>
              </a:ext>
            </a:extLst>
          </p:cNvPr>
          <p:cNvSpPr/>
          <p:nvPr/>
        </p:nvSpPr>
        <p:spPr>
          <a:xfrm>
            <a:off x="6398058" y="3753732"/>
            <a:ext cx="2016691" cy="1873598"/>
          </a:xfrm>
          <a:prstGeom prst="rect">
            <a:avLst/>
          </a:prstGeom>
          <a:solidFill>
            <a:srgbClr val="4D432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4D432C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9A8389-D9CE-386F-9722-CBC6748FD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6451" y="2830882"/>
            <a:ext cx="850900" cy="482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B447455-6012-9949-FC70-753D06DAF0CD}"/>
              </a:ext>
            </a:extLst>
          </p:cNvPr>
          <p:cNvSpPr/>
          <p:nvPr/>
        </p:nvSpPr>
        <p:spPr>
          <a:xfrm>
            <a:off x="9446451" y="3809622"/>
            <a:ext cx="2016691" cy="1873598"/>
          </a:xfrm>
          <a:prstGeom prst="rect">
            <a:avLst/>
          </a:prstGeom>
          <a:solidFill>
            <a:srgbClr val="E3E3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E3E3E3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805C5A-E422-61B7-1370-5AC9A6B6E260}"/>
              </a:ext>
            </a:extLst>
          </p:cNvPr>
          <p:cNvSpPr/>
          <p:nvPr/>
        </p:nvSpPr>
        <p:spPr>
          <a:xfrm>
            <a:off x="9581757" y="751155"/>
            <a:ext cx="2016691" cy="1873598"/>
          </a:xfrm>
          <a:prstGeom prst="rect">
            <a:avLst/>
          </a:prstGeom>
          <a:solidFill>
            <a:srgbClr val="54545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545455</a:t>
            </a:r>
          </a:p>
        </p:txBody>
      </p:sp>
    </p:spTree>
    <p:extLst>
      <p:ext uri="{BB962C8B-B14F-4D97-AF65-F5344CB8AC3E}">
        <p14:creationId xmlns:p14="http://schemas.microsoft.com/office/powerpoint/2010/main" val="2837234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E03EF-20E5-6A6D-C03F-8D6F729A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logo&#10;&#10;AI-generated content may be incorrect.">
            <a:extLst>
              <a:ext uri="{FF2B5EF4-FFF2-40B4-BE49-F238E27FC236}">
                <a16:creationId xmlns:a16="http://schemas.microsoft.com/office/drawing/2014/main" id="{4D35B51F-BEBC-31DE-76BE-17453709D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92" y="1052439"/>
            <a:ext cx="7772400" cy="2047247"/>
          </a:xfrm>
          <a:prstGeom prst="rect">
            <a:avLst/>
          </a:prstGeom>
        </p:spPr>
      </p:pic>
      <p:pic>
        <p:nvPicPr>
          <p:cNvPr id="3" name="Picture 2" descr="A white rectangular object with a gray border&#10;&#10;AI-generated content may be incorrect.">
            <a:extLst>
              <a:ext uri="{FF2B5EF4-FFF2-40B4-BE49-F238E27FC236}">
                <a16:creationId xmlns:a16="http://schemas.microsoft.com/office/drawing/2014/main" id="{05D8B1C7-4A11-D8CA-D105-37B8E50A0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580" y="971385"/>
            <a:ext cx="3388725" cy="522683"/>
          </a:xfrm>
          <a:prstGeom prst="rect">
            <a:avLst/>
          </a:prstGeom>
        </p:spPr>
      </p:pic>
      <p:pic>
        <p:nvPicPr>
          <p:cNvPr id="10" name="Picture 9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9BA6F6A5-DCDA-4D16-9FED-CBD952145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1418" y="2413059"/>
            <a:ext cx="3732930" cy="6866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F88A76-5E3D-A467-3AF5-127F89F58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729" y="4033381"/>
            <a:ext cx="1367820" cy="14885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771B0C7-8D26-2470-446B-3B77F44788C8}"/>
              </a:ext>
            </a:extLst>
          </p:cNvPr>
          <p:cNvSpPr txBox="1"/>
          <p:nvPr/>
        </p:nvSpPr>
        <p:spPr>
          <a:xfrm>
            <a:off x="2637557" y="4295787"/>
            <a:ext cx="63289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545455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2AB369-BD75-6503-D37B-4851BC14857A}"/>
              </a:ext>
            </a:extLst>
          </p:cNvPr>
          <p:cNvSpPr txBox="1"/>
          <p:nvPr/>
        </p:nvSpPr>
        <p:spPr>
          <a:xfrm>
            <a:off x="2637557" y="5171810"/>
            <a:ext cx="539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45455"/>
                </a:solidFill>
                <a:latin typeface="Montserrat" panose="02000505000000020004" pitchFamily="2" charset="77"/>
              </a:rPr>
              <a:t>equitable research community management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402DB8-5939-3054-F462-88DF7DA9CA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9147" y="1223454"/>
            <a:ext cx="8673090" cy="1435864"/>
          </a:xfrm>
          <a:prstGeom prst="rect">
            <a:avLst/>
          </a:prstGeom>
        </p:spPr>
      </p:pic>
      <p:pic>
        <p:nvPicPr>
          <p:cNvPr id="25" name="Picture 24" descr="A close up of a logo&#10;&#10;AI-generated content may be incorrect.">
            <a:extLst>
              <a:ext uri="{FF2B5EF4-FFF2-40B4-BE49-F238E27FC236}">
                <a16:creationId xmlns:a16="http://schemas.microsoft.com/office/drawing/2014/main" id="{08F038CA-AE6A-D744-E063-D603B2B4E2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3460" y="2756372"/>
            <a:ext cx="7772400" cy="143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5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00A2-0907-A35D-5CA5-A396512A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09EFF0C-069A-F548-A200-428A26541F1B}"/>
              </a:ext>
            </a:extLst>
          </p:cNvPr>
          <p:cNvGrpSpPr/>
          <p:nvPr/>
        </p:nvGrpSpPr>
        <p:grpSpPr>
          <a:xfrm>
            <a:off x="1167789" y="1256294"/>
            <a:ext cx="10297202" cy="2172706"/>
            <a:chOff x="1167789" y="1256294"/>
            <a:chExt cx="10297202" cy="217270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DAEF6B5-E232-7248-4DCD-902F9DB96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7789" y="1256294"/>
              <a:ext cx="1996540" cy="217270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9A27A11-989A-D3D1-E9CB-A4F2DA2C232B}"/>
                </a:ext>
              </a:extLst>
            </p:cNvPr>
            <p:cNvSpPr txBox="1"/>
            <p:nvPr/>
          </p:nvSpPr>
          <p:spPr>
            <a:xfrm>
              <a:off x="3323082" y="1551684"/>
              <a:ext cx="8141909" cy="12464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500" b="1" dirty="0">
                  <a:solidFill>
                    <a:srgbClr val="545455"/>
                  </a:solidFill>
                  <a:latin typeface="SF Orson Casual Medium" pitchFamily="2" charset="0"/>
                </a:rPr>
                <a:t>RCM Cooperative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AA92DE-3F47-D461-4A54-D721976E6B3D}"/>
                </a:ext>
              </a:extLst>
            </p:cNvPr>
            <p:cNvSpPr txBox="1"/>
            <p:nvPr/>
          </p:nvSpPr>
          <p:spPr>
            <a:xfrm>
              <a:off x="3323082" y="2798179"/>
              <a:ext cx="7858241" cy="500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solidFill>
                    <a:srgbClr val="545455"/>
                  </a:solidFill>
                  <a:latin typeface="Montserrat" panose="02000505000000020004" pitchFamily="2" charset="77"/>
                </a:rPr>
                <a:t>equitable research community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564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F46B5-C9AA-66B4-AECE-820B41360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2DB6F1-2973-D97D-F806-FF0D30E91F1F}"/>
              </a:ext>
            </a:extLst>
          </p:cNvPr>
          <p:cNvSpPr>
            <a:spLocks noChangeAspect="1"/>
          </p:cNvSpPr>
          <p:nvPr/>
        </p:nvSpPr>
        <p:spPr>
          <a:xfrm>
            <a:off x="878802" y="1121390"/>
            <a:ext cx="10733168" cy="26832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9AE90F-3401-8BC1-BA6B-B1EE0CB4064E}"/>
              </a:ext>
            </a:extLst>
          </p:cNvPr>
          <p:cNvGrpSpPr/>
          <p:nvPr/>
        </p:nvGrpSpPr>
        <p:grpSpPr>
          <a:xfrm>
            <a:off x="1096785" y="1376683"/>
            <a:ext cx="10297202" cy="2172706"/>
            <a:chOff x="1167789" y="1256294"/>
            <a:chExt cx="10297202" cy="217270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45EBF39-8797-7394-7D92-B22CD631D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7789" y="1256294"/>
              <a:ext cx="1996540" cy="217270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D5688E7-131F-71F6-D51F-5C4D4FB6E067}"/>
                </a:ext>
              </a:extLst>
            </p:cNvPr>
            <p:cNvSpPr txBox="1"/>
            <p:nvPr/>
          </p:nvSpPr>
          <p:spPr>
            <a:xfrm>
              <a:off x="3323082" y="1551684"/>
              <a:ext cx="8141909" cy="12464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500" b="1" dirty="0">
                  <a:solidFill>
                    <a:srgbClr val="545455"/>
                  </a:solidFill>
                  <a:latin typeface="SF Orson Casual Medium" pitchFamily="2" charset="0"/>
                </a:rPr>
                <a:t>RCM Cooperative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498314F-A0DD-D8F3-A108-7F6759B04CE3}"/>
                </a:ext>
              </a:extLst>
            </p:cNvPr>
            <p:cNvSpPr txBox="1"/>
            <p:nvPr/>
          </p:nvSpPr>
          <p:spPr>
            <a:xfrm>
              <a:off x="3323082" y="2798179"/>
              <a:ext cx="7858241" cy="500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solidFill>
                    <a:srgbClr val="545455"/>
                  </a:solidFill>
                  <a:latin typeface="Montserrat" panose="02000505000000020004" pitchFamily="2" charset="77"/>
                </a:rPr>
                <a:t>equitable research community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7319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587CF-3659-8A6A-EB44-D8817F60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C6F7FF-F1DC-376A-D845-F2CC7C06E5D1}"/>
              </a:ext>
            </a:extLst>
          </p:cNvPr>
          <p:cNvSpPr/>
          <p:nvPr/>
        </p:nvSpPr>
        <p:spPr>
          <a:xfrm>
            <a:off x="111961" y="195331"/>
            <a:ext cx="11977257" cy="482323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DB1554-EF32-20B8-0EE3-A305089180A3}"/>
              </a:ext>
            </a:extLst>
          </p:cNvPr>
          <p:cNvSpPr/>
          <p:nvPr/>
        </p:nvSpPr>
        <p:spPr>
          <a:xfrm>
            <a:off x="457200" y="935665"/>
            <a:ext cx="11632018" cy="2945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907C32C-5DA3-5A36-5D25-DF178CB7F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89" y="1256294"/>
            <a:ext cx="1996540" cy="21727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961E527-BD65-C8A3-58D2-F509801E7D16}"/>
              </a:ext>
            </a:extLst>
          </p:cNvPr>
          <p:cNvSpPr txBox="1"/>
          <p:nvPr/>
        </p:nvSpPr>
        <p:spPr>
          <a:xfrm>
            <a:off x="3323082" y="1551684"/>
            <a:ext cx="814190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0" b="1" dirty="0">
                <a:solidFill>
                  <a:srgbClr val="545455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3AA4A8-A397-9D56-B9B4-0BCBF9C858CD}"/>
              </a:ext>
            </a:extLst>
          </p:cNvPr>
          <p:cNvSpPr txBox="1"/>
          <p:nvPr/>
        </p:nvSpPr>
        <p:spPr>
          <a:xfrm>
            <a:off x="3323082" y="2798179"/>
            <a:ext cx="7858241" cy="500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545455"/>
                </a:solidFill>
                <a:latin typeface="Montserrat" panose="02000505000000020004" pitchFamily="2" charset="77"/>
              </a:rPr>
              <a:t>equitable research community management</a:t>
            </a:r>
          </a:p>
        </p:txBody>
      </p:sp>
    </p:spTree>
    <p:extLst>
      <p:ext uri="{BB962C8B-B14F-4D97-AF65-F5344CB8AC3E}">
        <p14:creationId xmlns:p14="http://schemas.microsoft.com/office/powerpoint/2010/main" val="326029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B4F87-B8C3-BE5A-0F8E-788D3C849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039FAB-F506-3F4F-E805-722D206CAF7A}"/>
              </a:ext>
            </a:extLst>
          </p:cNvPr>
          <p:cNvSpPr/>
          <p:nvPr/>
        </p:nvSpPr>
        <p:spPr>
          <a:xfrm>
            <a:off x="484102" y="288001"/>
            <a:ext cx="11243610" cy="42946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7B5364-86DB-3267-103C-89450A4F6543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1167789" y="1256294"/>
            <a:ext cx="1996540" cy="21727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8862149-1985-77ED-FEA0-6FAE0A4584A8}"/>
              </a:ext>
            </a:extLst>
          </p:cNvPr>
          <p:cNvSpPr txBox="1"/>
          <p:nvPr/>
        </p:nvSpPr>
        <p:spPr>
          <a:xfrm>
            <a:off x="3323082" y="1551684"/>
            <a:ext cx="814190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0" b="1" dirty="0"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2FEAEB-7BE7-94FA-93E0-23EE9A4B669D}"/>
              </a:ext>
            </a:extLst>
          </p:cNvPr>
          <p:cNvSpPr txBox="1"/>
          <p:nvPr/>
        </p:nvSpPr>
        <p:spPr>
          <a:xfrm>
            <a:off x="3323082" y="2798179"/>
            <a:ext cx="7858241" cy="500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Montserrat" panose="02000505000000020004" pitchFamily="2" charset="77"/>
              </a:rPr>
              <a:t>equitable research community management</a:t>
            </a:r>
          </a:p>
        </p:txBody>
      </p:sp>
    </p:spTree>
    <p:extLst>
      <p:ext uri="{BB962C8B-B14F-4D97-AF65-F5344CB8AC3E}">
        <p14:creationId xmlns:p14="http://schemas.microsoft.com/office/powerpoint/2010/main" val="343057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7ED8-D8C4-4236-4AF5-D7F87A2D2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BBAB72-32E1-27AC-AE36-EAEEB633416C}"/>
              </a:ext>
            </a:extLst>
          </p:cNvPr>
          <p:cNvSpPr/>
          <p:nvPr/>
        </p:nvSpPr>
        <p:spPr>
          <a:xfrm>
            <a:off x="484102" y="288001"/>
            <a:ext cx="11243610" cy="42946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3B41171-202C-D047-3CE4-B100A3E1FC1B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1167789" y="1256294"/>
            <a:ext cx="1996540" cy="21727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182FE0-E75A-A3B7-89F6-567FFA88B449}"/>
              </a:ext>
            </a:extLst>
          </p:cNvPr>
          <p:cNvSpPr txBox="1"/>
          <p:nvPr/>
        </p:nvSpPr>
        <p:spPr>
          <a:xfrm>
            <a:off x="3323082" y="1551684"/>
            <a:ext cx="814190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0" b="1" dirty="0">
                <a:solidFill>
                  <a:schemeClr val="bg1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E711D1-89DE-5B42-EEBA-6DD6D6199BDF}"/>
              </a:ext>
            </a:extLst>
          </p:cNvPr>
          <p:cNvSpPr txBox="1"/>
          <p:nvPr/>
        </p:nvSpPr>
        <p:spPr>
          <a:xfrm>
            <a:off x="3323082" y="2798179"/>
            <a:ext cx="7858241" cy="5007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Montserrat" panose="02000505000000020004" pitchFamily="2" charset="77"/>
              </a:rPr>
              <a:t>equitable research community management</a:t>
            </a:r>
          </a:p>
        </p:txBody>
      </p:sp>
    </p:spTree>
    <p:extLst>
      <p:ext uri="{BB962C8B-B14F-4D97-AF65-F5344CB8AC3E}">
        <p14:creationId xmlns:p14="http://schemas.microsoft.com/office/powerpoint/2010/main" val="3500286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3B966-D771-FABC-931F-C89837BC2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61B186-2754-326F-5146-4CE721EDC446}"/>
              </a:ext>
            </a:extLst>
          </p:cNvPr>
          <p:cNvSpPr/>
          <p:nvPr/>
        </p:nvSpPr>
        <p:spPr>
          <a:xfrm>
            <a:off x="3514381" y="771181"/>
            <a:ext cx="6224530" cy="410929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2A8A7B-8CE0-DB1E-54FD-EC6AA8C80768}"/>
              </a:ext>
            </a:extLst>
          </p:cNvPr>
          <p:cNvSpPr/>
          <p:nvPr/>
        </p:nvSpPr>
        <p:spPr>
          <a:xfrm>
            <a:off x="5083565" y="1289132"/>
            <a:ext cx="2916000" cy="29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51F0139-149A-4B78-DB3E-822BF0E91412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5215735" y="1421841"/>
            <a:ext cx="2435669" cy="265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3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DB063F-2BE2-7862-80D2-DD9D62B89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F51890-851B-182B-22AB-68656A8B1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172" y="1156881"/>
            <a:ext cx="3810000" cy="41402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F522D1C-2A32-B6AB-504D-235668705A32}"/>
              </a:ext>
            </a:extLst>
          </p:cNvPr>
          <p:cNvGrpSpPr/>
          <p:nvPr/>
        </p:nvGrpSpPr>
        <p:grpSpPr>
          <a:xfrm>
            <a:off x="5730949" y="1560919"/>
            <a:ext cx="4168800" cy="4170030"/>
            <a:chOff x="5730949" y="1560919"/>
            <a:chExt cx="4168800" cy="417003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C931A71-8F07-4615-EA8F-299BB557D16C}"/>
                </a:ext>
              </a:extLst>
            </p:cNvPr>
            <p:cNvSpPr/>
            <p:nvPr/>
          </p:nvSpPr>
          <p:spPr>
            <a:xfrm>
              <a:off x="5730949" y="1560919"/>
              <a:ext cx="4168800" cy="4170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93A383B-D661-097B-B5A0-DE2FA2F3E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</a:blip>
            <a:stretch>
              <a:fillRect/>
            </a:stretch>
          </p:blipFill>
          <p:spPr>
            <a:xfrm>
              <a:off x="5910349" y="1590749"/>
              <a:ext cx="3810000" cy="4140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1810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506CE-72FA-30BE-B8B9-67E1E6B58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FA9B8AC-39F3-952B-3524-296BE5929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465" y="1947221"/>
            <a:ext cx="1956690" cy="21293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850E132-CE44-4FA8-12B2-AB69839EF53D}"/>
              </a:ext>
            </a:extLst>
          </p:cNvPr>
          <p:cNvSpPr txBox="1"/>
          <p:nvPr/>
        </p:nvSpPr>
        <p:spPr>
          <a:xfrm>
            <a:off x="5225241" y="2064923"/>
            <a:ext cx="2931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solidFill>
                  <a:srgbClr val="545455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E25FF8-0506-8A6F-340C-46F748CA9204}"/>
              </a:ext>
            </a:extLst>
          </p:cNvPr>
          <p:cNvSpPr txBox="1"/>
          <p:nvPr/>
        </p:nvSpPr>
        <p:spPr>
          <a:xfrm>
            <a:off x="5082215" y="3368674"/>
            <a:ext cx="321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545455"/>
                </a:solidFill>
                <a:latin typeface="SF Orson Casual Medium" pitchFamily="2" charset="0"/>
              </a:rPr>
              <a:t>Cooperative</a:t>
            </a:r>
          </a:p>
        </p:txBody>
      </p:sp>
    </p:spTree>
    <p:extLst>
      <p:ext uri="{BB962C8B-B14F-4D97-AF65-F5344CB8AC3E}">
        <p14:creationId xmlns:p14="http://schemas.microsoft.com/office/powerpoint/2010/main" val="991837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8A59F-3D34-86C7-6062-1BFC2F8FF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B25E25-AE7F-86B3-86B6-FAFF2B83B1DC}"/>
              </a:ext>
            </a:extLst>
          </p:cNvPr>
          <p:cNvSpPr/>
          <p:nvPr/>
        </p:nvSpPr>
        <p:spPr>
          <a:xfrm>
            <a:off x="2732503" y="957244"/>
            <a:ext cx="6224530" cy="410929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080791-AC69-70D5-79AF-E34FF3690D4A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3327465" y="1947221"/>
            <a:ext cx="1956690" cy="21293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D93FA1-7B75-EA99-8F78-F16664E56BC3}"/>
              </a:ext>
            </a:extLst>
          </p:cNvPr>
          <p:cNvSpPr txBox="1"/>
          <p:nvPr/>
        </p:nvSpPr>
        <p:spPr>
          <a:xfrm>
            <a:off x="5225241" y="2064923"/>
            <a:ext cx="2931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solidFill>
                  <a:schemeClr val="bg1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5082BF-04F0-90DB-4DC0-3BAF974CD0E2}"/>
              </a:ext>
            </a:extLst>
          </p:cNvPr>
          <p:cNvSpPr txBox="1"/>
          <p:nvPr/>
        </p:nvSpPr>
        <p:spPr>
          <a:xfrm>
            <a:off x="5082215" y="3368674"/>
            <a:ext cx="321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SF Orson Casual Medium" pitchFamily="2" charset="0"/>
              </a:rPr>
              <a:t>Cooperative</a:t>
            </a:r>
          </a:p>
        </p:txBody>
      </p:sp>
    </p:spTree>
    <p:extLst>
      <p:ext uri="{BB962C8B-B14F-4D97-AF65-F5344CB8AC3E}">
        <p14:creationId xmlns:p14="http://schemas.microsoft.com/office/powerpoint/2010/main" val="608892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pink rectangle&#10;&#10;AI-generated content may be incorrect.">
            <a:extLst>
              <a:ext uri="{FF2B5EF4-FFF2-40B4-BE49-F238E27FC236}">
                <a16:creationId xmlns:a16="http://schemas.microsoft.com/office/drawing/2014/main" id="{7E5A9474-AAEB-E8DC-616C-2E475470F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" y="1685441"/>
            <a:ext cx="1231900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0AC43B-3FA6-4EDB-B4C0-D6F042277F3A}"/>
              </a:ext>
            </a:extLst>
          </p:cNvPr>
          <p:cNvSpPr txBox="1"/>
          <p:nvPr/>
        </p:nvSpPr>
        <p:spPr>
          <a:xfrm>
            <a:off x="1615807" y="322196"/>
            <a:ext cx="75722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davidmathlogic.com</a:t>
            </a:r>
            <a:r>
              <a:rPr lang="en-US" dirty="0"/>
              <a:t>/colorblind/#%23D81B60-%231E88E5-%23FFC107-%23004D40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31146C-C63B-7A41-459B-219AE4B9205B}"/>
              </a:ext>
            </a:extLst>
          </p:cNvPr>
          <p:cNvSpPr/>
          <p:nvPr/>
        </p:nvSpPr>
        <p:spPr>
          <a:xfrm>
            <a:off x="1544283" y="1704604"/>
            <a:ext cx="1564396" cy="826265"/>
          </a:xfrm>
          <a:prstGeom prst="rect">
            <a:avLst/>
          </a:prstGeom>
          <a:solidFill>
            <a:srgbClr val="D531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D53131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6C578D-DD32-9010-B015-64E163037C15}"/>
              </a:ext>
            </a:extLst>
          </p:cNvPr>
          <p:cNvSpPr/>
          <p:nvPr/>
        </p:nvSpPr>
        <p:spPr>
          <a:xfrm>
            <a:off x="1544283" y="2661236"/>
            <a:ext cx="1564396" cy="826265"/>
          </a:xfrm>
          <a:prstGeom prst="rect">
            <a:avLst/>
          </a:prstGeom>
          <a:solidFill>
            <a:srgbClr val="0092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00929C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9F9095-9C4E-6779-27EA-F30011A44430}"/>
              </a:ext>
            </a:extLst>
          </p:cNvPr>
          <p:cNvSpPr/>
          <p:nvPr/>
        </p:nvSpPr>
        <p:spPr>
          <a:xfrm>
            <a:off x="1544283" y="3651875"/>
            <a:ext cx="1564396" cy="826265"/>
          </a:xfrm>
          <a:prstGeom prst="rect">
            <a:avLst/>
          </a:prstGeom>
          <a:solidFill>
            <a:srgbClr val="FFB6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FFB6C0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54E73C-E8B7-D998-2395-3D5D5C7EB90F}"/>
              </a:ext>
            </a:extLst>
          </p:cNvPr>
          <p:cNvSpPr/>
          <p:nvPr/>
        </p:nvSpPr>
        <p:spPr>
          <a:xfrm>
            <a:off x="1544283" y="4669176"/>
            <a:ext cx="1564396" cy="826265"/>
          </a:xfrm>
          <a:prstGeom prst="rect">
            <a:avLst/>
          </a:prstGeom>
          <a:solidFill>
            <a:srgbClr val="194C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194C52</a:t>
            </a:r>
          </a:p>
        </p:txBody>
      </p:sp>
      <p:pic>
        <p:nvPicPr>
          <p:cNvPr id="14" name="Picture 13" descr="A close up of a white and blue object&#10;&#10;AI-generated content may be incorrect.">
            <a:extLst>
              <a:ext uri="{FF2B5EF4-FFF2-40B4-BE49-F238E27FC236}">
                <a16:creationId xmlns:a16="http://schemas.microsoft.com/office/drawing/2014/main" id="{F3DBFCD2-210A-F719-ED83-3BB9BBD17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147" y="976195"/>
            <a:ext cx="6073100" cy="170353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7CFF1F0-B730-DBD7-4231-E6B78C389F35}"/>
              </a:ext>
            </a:extLst>
          </p:cNvPr>
          <p:cNvSpPr/>
          <p:nvPr/>
        </p:nvSpPr>
        <p:spPr>
          <a:xfrm>
            <a:off x="9755447" y="3103129"/>
            <a:ext cx="1083800" cy="697793"/>
          </a:xfrm>
          <a:prstGeom prst="rect">
            <a:avLst/>
          </a:prstGeom>
          <a:solidFill>
            <a:srgbClr val="CE81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CE816F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723756-7387-2CC0-45B8-BD960162F70E}"/>
              </a:ext>
            </a:extLst>
          </p:cNvPr>
          <p:cNvSpPr/>
          <p:nvPr/>
        </p:nvSpPr>
        <p:spPr>
          <a:xfrm>
            <a:off x="8387235" y="3103129"/>
            <a:ext cx="1083800" cy="697793"/>
          </a:xfrm>
          <a:prstGeom prst="rect">
            <a:avLst/>
          </a:prstGeom>
          <a:solidFill>
            <a:srgbClr val="00929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00929C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6CD775-0E7C-4B1D-7313-7699DBEDE16A}"/>
              </a:ext>
            </a:extLst>
          </p:cNvPr>
          <p:cNvSpPr/>
          <p:nvPr/>
        </p:nvSpPr>
        <p:spPr>
          <a:xfrm>
            <a:off x="6887981" y="3103129"/>
            <a:ext cx="1083800" cy="697793"/>
          </a:xfrm>
          <a:prstGeom prst="rect">
            <a:avLst/>
          </a:prstGeom>
          <a:solidFill>
            <a:srgbClr val="FFB6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FFB6C0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307FB2-1095-59D5-7A05-77CD429EE14A}"/>
              </a:ext>
            </a:extLst>
          </p:cNvPr>
          <p:cNvSpPr/>
          <p:nvPr/>
        </p:nvSpPr>
        <p:spPr>
          <a:xfrm>
            <a:off x="5304020" y="3103129"/>
            <a:ext cx="1083800" cy="697793"/>
          </a:xfrm>
          <a:prstGeom prst="rect">
            <a:avLst/>
          </a:prstGeom>
          <a:solidFill>
            <a:srgbClr val="194C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194C52</a:t>
            </a:r>
          </a:p>
        </p:txBody>
      </p:sp>
      <p:pic>
        <p:nvPicPr>
          <p:cNvPr id="24" name="Picture 23" descr="A close-up of a plate&#10;&#10;AI-generated content may be incorrect.">
            <a:extLst>
              <a:ext uri="{FF2B5EF4-FFF2-40B4-BE49-F238E27FC236}">
                <a16:creationId xmlns:a16="http://schemas.microsoft.com/office/drawing/2014/main" id="{0949A77F-9F7B-411A-1A9F-42AE84112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2849" y="1509728"/>
            <a:ext cx="1574800" cy="2247900"/>
          </a:xfrm>
          <a:prstGeom prst="rect">
            <a:avLst/>
          </a:prstGeom>
        </p:spPr>
      </p:pic>
      <p:pic>
        <p:nvPicPr>
          <p:cNvPr id="26" name="Picture 25" descr="A close-up of a card&#10;&#10;AI-generated content may be incorrect.">
            <a:extLst>
              <a:ext uri="{FF2B5EF4-FFF2-40B4-BE49-F238E27FC236}">
                <a16:creationId xmlns:a16="http://schemas.microsoft.com/office/drawing/2014/main" id="{D3627E63-43A5-D83E-167C-6FB3FE64E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6497" y="3960831"/>
            <a:ext cx="7772400" cy="103461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05758C1-6D3C-DF7F-3862-FE80F28D85EA}"/>
              </a:ext>
            </a:extLst>
          </p:cNvPr>
          <p:cNvSpPr/>
          <p:nvPr/>
        </p:nvSpPr>
        <p:spPr>
          <a:xfrm>
            <a:off x="8844428" y="5492101"/>
            <a:ext cx="1083800" cy="697793"/>
          </a:xfrm>
          <a:prstGeom prst="rect">
            <a:avLst/>
          </a:prstGeom>
          <a:solidFill>
            <a:srgbClr val="CE816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CE816F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ED3B10-A81B-919C-5946-9ED0B10120E0}"/>
              </a:ext>
            </a:extLst>
          </p:cNvPr>
          <p:cNvSpPr/>
          <p:nvPr/>
        </p:nvSpPr>
        <p:spPr>
          <a:xfrm>
            <a:off x="7345174" y="5492101"/>
            <a:ext cx="1083800" cy="697793"/>
          </a:xfrm>
          <a:prstGeom prst="rect">
            <a:avLst/>
          </a:prstGeom>
          <a:solidFill>
            <a:srgbClr val="E4B3A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E4B3A9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888941-A838-6647-5B56-AAD4727797BE}"/>
              </a:ext>
            </a:extLst>
          </p:cNvPr>
          <p:cNvSpPr/>
          <p:nvPr/>
        </p:nvSpPr>
        <p:spPr>
          <a:xfrm>
            <a:off x="5845920" y="5492101"/>
            <a:ext cx="1083800" cy="697793"/>
          </a:xfrm>
          <a:prstGeom prst="rect">
            <a:avLst/>
          </a:prstGeom>
          <a:solidFill>
            <a:srgbClr val="2E7F9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2E7F9E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F574BF-9536-31EE-C6F7-FF927D599F8D}"/>
              </a:ext>
            </a:extLst>
          </p:cNvPr>
          <p:cNvSpPr/>
          <p:nvPr/>
        </p:nvSpPr>
        <p:spPr>
          <a:xfrm>
            <a:off x="4261959" y="5492101"/>
            <a:ext cx="1083800" cy="697793"/>
          </a:xfrm>
          <a:prstGeom prst="rect">
            <a:avLst/>
          </a:prstGeom>
          <a:solidFill>
            <a:srgbClr val="16587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165875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962616-EABC-B026-FB43-68BCC3B9C5C0}"/>
              </a:ext>
            </a:extLst>
          </p:cNvPr>
          <p:cNvSpPr/>
          <p:nvPr/>
        </p:nvSpPr>
        <p:spPr>
          <a:xfrm>
            <a:off x="10412849" y="5532908"/>
            <a:ext cx="1083800" cy="697793"/>
          </a:xfrm>
          <a:prstGeom prst="rect">
            <a:avLst/>
          </a:prstGeom>
          <a:solidFill>
            <a:srgbClr val="A159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A15949</a:t>
            </a:r>
          </a:p>
        </p:txBody>
      </p:sp>
      <p:pic>
        <p:nvPicPr>
          <p:cNvPr id="33" name="Picture 32" descr="A close up of a sign&#10;&#10;AI-generated content may be incorrect.">
            <a:extLst>
              <a:ext uri="{FF2B5EF4-FFF2-40B4-BE49-F238E27FC236}">
                <a16:creationId xmlns:a16="http://schemas.microsoft.com/office/drawing/2014/main" id="{11FFC7B0-191E-F26D-140D-0A17CCC945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632" y="5881804"/>
            <a:ext cx="3657600" cy="16891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4B729BC4-D049-E4A0-552C-42EE4ED25528}"/>
              </a:ext>
            </a:extLst>
          </p:cNvPr>
          <p:cNvSpPr/>
          <p:nvPr/>
        </p:nvSpPr>
        <p:spPr>
          <a:xfrm>
            <a:off x="4463427" y="6531189"/>
            <a:ext cx="1083800" cy="697793"/>
          </a:xfrm>
          <a:prstGeom prst="rect">
            <a:avLst/>
          </a:prstGeom>
          <a:solidFill>
            <a:srgbClr val="8E4A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854E53</a:t>
            </a:r>
          </a:p>
        </p:txBody>
      </p:sp>
    </p:spTree>
    <p:extLst>
      <p:ext uri="{BB962C8B-B14F-4D97-AF65-F5344CB8AC3E}">
        <p14:creationId xmlns:p14="http://schemas.microsoft.com/office/powerpoint/2010/main" val="193331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and blue objects&#10;&#10;AI-generated content may be incorrect.">
            <a:extLst>
              <a:ext uri="{FF2B5EF4-FFF2-40B4-BE49-F238E27FC236}">
                <a16:creationId xmlns:a16="http://schemas.microsoft.com/office/drawing/2014/main" id="{19061012-4259-1960-4AC2-FFD6745F6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604585"/>
            <a:ext cx="6858000" cy="51408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F8E29B-71A2-5D0E-D8FA-080D98F10C61}"/>
              </a:ext>
            </a:extLst>
          </p:cNvPr>
          <p:cNvSpPr txBox="1"/>
          <p:nvPr/>
        </p:nvSpPr>
        <p:spPr>
          <a:xfrm>
            <a:off x="3409950" y="2540913"/>
            <a:ext cx="5067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Montserrat" panose="02000505000000020004" pitchFamily="2" charset="77"/>
              </a:rPr>
              <a:t>We believe in the power of collaboration and community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F31144-5AE5-F6AE-1D83-4C4D89F51F68}"/>
              </a:ext>
            </a:extLst>
          </p:cNvPr>
          <p:cNvSpPr txBox="1"/>
          <p:nvPr/>
        </p:nvSpPr>
        <p:spPr>
          <a:xfrm>
            <a:off x="3409950" y="3248799"/>
            <a:ext cx="5067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637F8D"/>
                </a:solidFill>
                <a:latin typeface="Montserrat" panose="02000505000000020004" pitchFamily="2" charset="77"/>
              </a:rPr>
              <a:t>Research Community Management Cooperative</a:t>
            </a:r>
          </a:p>
        </p:txBody>
      </p:sp>
      <p:pic>
        <p:nvPicPr>
          <p:cNvPr id="12" name="Picture 11" descr="A logo with a star&#10;&#10;AI-generated content may be incorrect.">
            <a:extLst>
              <a:ext uri="{FF2B5EF4-FFF2-40B4-BE49-F238E27FC236}">
                <a16:creationId xmlns:a16="http://schemas.microsoft.com/office/drawing/2014/main" id="{CA63E3B8-FDED-011F-8A9B-6FCDD8F53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203" y="2345165"/>
            <a:ext cx="359443" cy="39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67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DE4A9-7B39-395C-8CB9-DC2402263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2D2F0158-A095-AE7C-D1BD-BCBD36BDC049}"/>
              </a:ext>
            </a:extLst>
          </p:cNvPr>
          <p:cNvSpPr txBox="1"/>
          <p:nvPr/>
        </p:nvSpPr>
        <p:spPr>
          <a:xfrm>
            <a:off x="3252078" y="1672073"/>
            <a:ext cx="8262134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500" b="1" dirty="0">
                <a:solidFill>
                  <a:srgbClr val="D99D8D"/>
                </a:solidFill>
                <a:latin typeface="SF Orson Casual Medium" pitchFamily="2" charset="0"/>
              </a:rPr>
              <a:t>RCM</a:t>
            </a:r>
            <a:r>
              <a:rPr lang="en-US" sz="2500" b="1" dirty="0">
                <a:solidFill>
                  <a:srgbClr val="D99D8D"/>
                </a:solidFill>
                <a:latin typeface="SF Orson Casual Medium" pitchFamily="2" charset="0"/>
              </a:rPr>
              <a:t>  </a:t>
            </a:r>
            <a:r>
              <a:rPr lang="en-US" sz="7500" b="1" dirty="0">
                <a:solidFill>
                  <a:srgbClr val="D99D8D"/>
                </a:solidFill>
                <a:latin typeface="SF Orson Casual Medium" pitchFamily="2" charset="0"/>
              </a:rPr>
              <a:t>Cooperative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E2BFFC-76AB-37B6-F29E-9A996E91D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05" y="1447391"/>
            <a:ext cx="1333193" cy="147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98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CED5D887-F42A-5E5D-0768-9D674CE2F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429000"/>
            <a:ext cx="7772400" cy="31991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E4B8D8-3C78-CFD9-4A82-5AC921641BFA}"/>
              </a:ext>
            </a:extLst>
          </p:cNvPr>
          <p:cNvSpPr/>
          <p:nvPr/>
        </p:nvSpPr>
        <p:spPr>
          <a:xfrm>
            <a:off x="2185988" y="714375"/>
            <a:ext cx="1585912" cy="1085850"/>
          </a:xfrm>
          <a:prstGeom prst="rect">
            <a:avLst/>
          </a:prstGeom>
          <a:solidFill>
            <a:srgbClr val="061E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89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37520-A8EC-A114-63A6-317C3C1E9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looking at each other&#10;&#10;AI-generated content may be incorrect.">
            <a:extLst>
              <a:ext uri="{FF2B5EF4-FFF2-40B4-BE49-F238E27FC236}">
                <a16:creationId xmlns:a16="http://schemas.microsoft.com/office/drawing/2014/main" id="{21235E94-3918-EFCB-BD86-98C1AA075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8762"/>
            <a:ext cx="5066467" cy="29319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BFC743-8F88-B8FD-C23C-EB08D12BF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6" y="520297"/>
            <a:ext cx="4719486" cy="2670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81DE5-D0AD-8F57-3823-58AA97E96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6" y="4165322"/>
            <a:ext cx="5586830" cy="217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85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54D9B4-68F2-1CFA-7D86-135C662266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25"/>
          <a:stretch>
            <a:fillRect/>
          </a:stretch>
        </p:blipFill>
        <p:spPr>
          <a:xfrm>
            <a:off x="955133" y="1671637"/>
            <a:ext cx="7769842" cy="409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05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6100C-28B5-5027-82E1-CF858EA8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ED9E86D-7A4A-2FB5-B3DA-7A99935256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b="10564"/>
          <a:stretch>
            <a:fillRect/>
          </a:stretch>
        </p:blipFill>
        <p:spPr>
          <a:xfrm>
            <a:off x="0" y="671517"/>
            <a:ext cx="12225275" cy="618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25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2DD85-7D05-B3A1-A923-DD49D4A8B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2636441-BBCB-958D-4977-A365DB6F6920}"/>
              </a:ext>
            </a:extLst>
          </p:cNvPr>
          <p:cNvGrpSpPr/>
          <p:nvPr/>
        </p:nvGrpSpPr>
        <p:grpSpPr>
          <a:xfrm>
            <a:off x="333978" y="433296"/>
            <a:ext cx="11524044" cy="6196103"/>
            <a:chOff x="777494" y="404722"/>
            <a:chExt cx="10637012" cy="538275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924741-13D3-5A44-CDDB-9979178ACC6E}"/>
                </a:ext>
              </a:extLst>
            </p:cNvPr>
            <p:cNvSpPr/>
            <p:nvPr/>
          </p:nvSpPr>
          <p:spPr>
            <a:xfrm>
              <a:off x="777494" y="404722"/>
              <a:ext cx="10637012" cy="53827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19F7C68-DB51-35BD-A229-7BD83FCE06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rcRect b="10564"/>
            <a:stretch>
              <a:fillRect/>
            </a:stretch>
          </p:blipFill>
          <p:spPr>
            <a:xfrm>
              <a:off x="777494" y="404722"/>
              <a:ext cx="10637012" cy="5382758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2A213C2-C1E7-0134-BF57-DA1F101D95C7}"/>
              </a:ext>
            </a:extLst>
          </p:cNvPr>
          <p:cNvSpPr txBox="1"/>
          <p:nvPr/>
        </p:nvSpPr>
        <p:spPr>
          <a:xfrm>
            <a:off x="1938338" y="2693789"/>
            <a:ext cx="83153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0" dirty="0">
                <a:solidFill>
                  <a:srgbClr val="061E06"/>
                </a:solidFill>
                <a:latin typeface="Montserrat" panose="02000505000000020004" pitchFamily="2" charset="77"/>
              </a:rPr>
              <a:t>BUILDING SUSTAINABLE RESEARCH COMMUNITIES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24582-F715-DFFF-BF0F-E867EFF7BBC0}"/>
              </a:ext>
            </a:extLst>
          </p:cNvPr>
          <p:cNvSpPr txBox="1"/>
          <p:nvPr/>
        </p:nvSpPr>
        <p:spPr>
          <a:xfrm>
            <a:off x="2833688" y="3863340"/>
            <a:ext cx="65246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>
                <a:solidFill>
                  <a:srgbClr val="061E06"/>
                </a:solidFill>
                <a:latin typeface="Montserrat" panose="02000505000000020004" pitchFamily="2" charset="77"/>
              </a:rPr>
              <a:t>Research Community Management Cooperative</a:t>
            </a:r>
          </a:p>
        </p:txBody>
      </p:sp>
    </p:spTree>
    <p:extLst>
      <p:ext uri="{BB962C8B-B14F-4D97-AF65-F5344CB8AC3E}">
        <p14:creationId xmlns:p14="http://schemas.microsoft.com/office/powerpoint/2010/main" val="2378360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54289-D734-40CA-280D-1C69A36C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6D145A9-C89B-995E-D051-659C931AE7AB}"/>
              </a:ext>
            </a:extLst>
          </p:cNvPr>
          <p:cNvGrpSpPr/>
          <p:nvPr/>
        </p:nvGrpSpPr>
        <p:grpSpPr>
          <a:xfrm>
            <a:off x="1167789" y="1256294"/>
            <a:ext cx="10297202" cy="2172706"/>
            <a:chOff x="1167789" y="1256294"/>
            <a:chExt cx="10297202" cy="2172706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387188B-4F16-1D37-D9B8-2F5E5DBF1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7789" y="1256294"/>
              <a:ext cx="1996540" cy="2172706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FFB32F-AD62-CF4E-CFF3-2953452B2506}"/>
                </a:ext>
              </a:extLst>
            </p:cNvPr>
            <p:cNvSpPr txBox="1"/>
            <p:nvPr/>
          </p:nvSpPr>
          <p:spPr>
            <a:xfrm>
              <a:off x="3323082" y="1551684"/>
              <a:ext cx="8141909" cy="12464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500" b="1" dirty="0">
                  <a:solidFill>
                    <a:srgbClr val="545455"/>
                  </a:solidFill>
                  <a:latin typeface="SF Orson Casual Medium" pitchFamily="2" charset="0"/>
                </a:rPr>
                <a:t>RCM Cooperative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DB416C3-0ED0-B4FD-BF0E-6BFDB76D2D0C}"/>
                </a:ext>
              </a:extLst>
            </p:cNvPr>
            <p:cNvSpPr txBox="1"/>
            <p:nvPr/>
          </p:nvSpPr>
          <p:spPr>
            <a:xfrm>
              <a:off x="3323082" y="2798179"/>
              <a:ext cx="7858241" cy="5007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600" dirty="0">
                  <a:solidFill>
                    <a:srgbClr val="545455"/>
                  </a:solidFill>
                  <a:latin typeface="Montserrat" panose="02000505000000020004" pitchFamily="2" charset="77"/>
                </a:rPr>
                <a:t>equitable research community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4998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00394-FB5F-F721-71D3-5B472C48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A590F02-2BEE-F7E9-3983-7FAC4628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788" y="2124642"/>
            <a:ext cx="1956690" cy="21293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79F2AC3-24C8-CBBB-7859-C4871D2FD374}"/>
              </a:ext>
            </a:extLst>
          </p:cNvPr>
          <p:cNvSpPr txBox="1"/>
          <p:nvPr/>
        </p:nvSpPr>
        <p:spPr>
          <a:xfrm>
            <a:off x="6917564" y="2242344"/>
            <a:ext cx="2931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solidFill>
                  <a:srgbClr val="545455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7FDC2-3AC6-D140-543F-23B40DF41BC3}"/>
              </a:ext>
            </a:extLst>
          </p:cNvPr>
          <p:cNvSpPr txBox="1"/>
          <p:nvPr/>
        </p:nvSpPr>
        <p:spPr>
          <a:xfrm>
            <a:off x="6774538" y="3546095"/>
            <a:ext cx="321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545455"/>
                </a:solidFill>
                <a:latin typeface="SF Orson Casual Medium" pitchFamily="2" charset="0"/>
              </a:rPr>
              <a:t>Cooperative</a:t>
            </a:r>
          </a:p>
        </p:txBody>
      </p:sp>
      <p:pic>
        <p:nvPicPr>
          <p:cNvPr id="3" name="Picture 2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D3B98721-4401-AC23-FF93-E562B1BEA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" y="176424"/>
            <a:ext cx="4302206" cy="1770797"/>
          </a:xfrm>
          <a:prstGeom prst="rect">
            <a:avLst/>
          </a:prstGeom>
        </p:spPr>
      </p:pic>
      <p:pic>
        <p:nvPicPr>
          <p:cNvPr id="5" name="Picture 4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B87D04AF-9C31-5F11-B214-191B2D9C7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160" y="5418160"/>
            <a:ext cx="1439839" cy="143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0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8A2C-1934-E505-2A5B-73FAD377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DC9FF03-2B5D-FA2B-596E-ACA5FE0C77B8}"/>
              </a:ext>
            </a:extLst>
          </p:cNvPr>
          <p:cNvSpPr/>
          <p:nvPr/>
        </p:nvSpPr>
        <p:spPr>
          <a:xfrm>
            <a:off x="1188215" y="1219200"/>
            <a:ext cx="6812280" cy="612648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F0A59DE9-24BA-03F2-E210-1CAA9C236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" y="176424"/>
            <a:ext cx="4302206" cy="1770797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EFB711A-DBD5-E750-68E0-351378CD4639}"/>
              </a:ext>
            </a:extLst>
          </p:cNvPr>
          <p:cNvGrpSpPr/>
          <p:nvPr/>
        </p:nvGrpSpPr>
        <p:grpSpPr>
          <a:xfrm>
            <a:off x="5371592" y="914400"/>
            <a:ext cx="5029200" cy="5029200"/>
            <a:chOff x="5371592" y="914400"/>
            <a:chExt cx="5029200" cy="5029200"/>
          </a:xfrm>
        </p:grpSpPr>
        <p:grpSp>
          <p:nvGrpSpPr>
            <p:cNvPr id="9" name="Graphic 5">
              <a:extLst>
                <a:ext uri="{FF2B5EF4-FFF2-40B4-BE49-F238E27FC236}">
                  <a16:creationId xmlns:a16="http://schemas.microsoft.com/office/drawing/2014/main" id="{34C8997A-A50B-360E-13AC-A45DFF8FEE8E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solidFill>
              <a:srgbClr val="000000"/>
            </a:solidFill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3E162FE5-269F-031B-2DDA-F50541FB2A65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0D8FA54C-45C0-F3A2-D06F-F4C2E5299012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A8CCBE4-1D81-30C7-BEDB-ADF13CC948CE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DECFF9D-B4B3-51D0-09EB-F7431DE87DDE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FA706FC-92D9-5644-4958-62CFD23B92AE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29EDA39-02DA-F91F-13AE-39FA87E753EA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5302A55-69C2-FF89-3D7E-8821C7FF56B7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B42D447-326F-B32B-C947-062C499E4F00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7355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37DBB-DCA4-F050-F07E-3AF55A9D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191B1F8-3372-DDE3-0C07-132AA93A040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50" y="352992"/>
            <a:ext cx="1956690" cy="21293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5352082-E6F7-7AC9-E4B7-6510E5ADEDFE}"/>
              </a:ext>
            </a:extLst>
          </p:cNvPr>
          <p:cNvSpPr txBox="1"/>
          <p:nvPr/>
        </p:nvSpPr>
        <p:spPr>
          <a:xfrm>
            <a:off x="2388426" y="470694"/>
            <a:ext cx="2931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F7864-B6B9-ED69-9AB2-928828211E1A}"/>
              </a:ext>
            </a:extLst>
          </p:cNvPr>
          <p:cNvSpPr txBox="1"/>
          <p:nvPr/>
        </p:nvSpPr>
        <p:spPr>
          <a:xfrm>
            <a:off x="2245400" y="1774445"/>
            <a:ext cx="321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4DB27B6-1410-9719-391D-95DF9CD4BAF7}"/>
              </a:ext>
            </a:extLst>
          </p:cNvPr>
          <p:cNvGrpSpPr>
            <a:grpSpLocks noChangeAspect="1"/>
          </p:cNvGrpSpPr>
          <p:nvPr/>
        </p:nvGrpSpPr>
        <p:grpSpPr>
          <a:xfrm>
            <a:off x="1439862" y="1552835"/>
            <a:ext cx="254000" cy="254000"/>
            <a:chOff x="5371592" y="914400"/>
            <a:chExt cx="5029200" cy="5029200"/>
          </a:xfrm>
          <a:solidFill>
            <a:schemeClr val="accent5"/>
          </a:solidFill>
        </p:grpSpPr>
        <p:grpSp>
          <p:nvGrpSpPr>
            <p:cNvPr id="5" name="Graphic 5">
              <a:extLst>
                <a:ext uri="{FF2B5EF4-FFF2-40B4-BE49-F238E27FC236}">
                  <a16:creationId xmlns:a16="http://schemas.microsoft.com/office/drawing/2014/main" id="{F6296ABA-F1CD-0F7C-0E3D-5CBB7815C29D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grpFill/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C1922E3-A98D-5884-5E5F-E5F15CBA22E9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BE6E7F3-9EAB-1200-227F-3CEA48AA4BBC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grpFill/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3BC5CDE-FCE7-9A88-EAF0-00F3E25C018A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F6284C8F-CB75-F232-3CD2-71C628668866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3AABA84-7847-D3ED-D4C3-918A4475964D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52EE17B-040E-DF51-E82E-44BD5F9A70DC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7685C92-3339-667A-ED80-DEBFFFA3D919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5DECCF6D-8901-408E-34E7-D56BD7D58355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6E84E74-BD8D-101D-0313-BD26372BED0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90650" y="3786082"/>
            <a:ext cx="1956690" cy="21293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12DDD5-958B-378D-2CA8-318982B04664}"/>
              </a:ext>
            </a:extLst>
          </p:cNvPr>
          <p:cNvSpPr txBox="1"/>
          <p:nvPr/>
        </p:nvSpPr>
        <p:spPr>
          <a:xfrm>
            <a:off x="2388426" y="3903784"/>
            <a:ext cx="2931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F74155-76E4-B7C5-C6F0-69423AC5F98E}"/>
              </a:ext>
            </a:extLst>
          </p:cNvPr>
          <p:cNvSpPr txBox="1"/>
          <p:nvPr/>
        </p:nvSpPr>
        <p:spPr>
          <a:xfrm>
            <a:off x="2184162" y="5231266"/>
            <a:ext cx="284353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5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124A3B5-C3DA-23C2-8A27-9500E4416F9F}"/>
              </a:ext>
            </a:extLst>
          </p:cNvPr>
          <p:cNvGrpSpPr>
            <a:grpSpLocks noChangeAspect="1"/>
          </p:cNvGrpSpPr>
          <p:nvPr/>
        </p:nvGrpSpPr>
        <p:grpSpPr>
          <a:xfrm>
            <a:off x="5037529" y="5429569"/>
            <a:ext cx="254000" cy="254000"/>
            <a:chOff x="5371592" y="914400"/>
            <a:chExt cx="5029200" cy="5029200"/>
          </a:xfrm>
          <a:solidFill>
            <a:schemeClr val="accent5"/>
          </a:solidFill>
        </p:grpSpPr>
        <p:grpSp>
          <p:nvGrpSpPr>
            <p:cNvPr id="21" name="Graphic 5">
              <a:extLst>
                <a:ext uri="{FF2B5EF4-FFF2-40B4-BE49-F238E27FC236}">
                  <a16:creationId xmlns:a16="http://schemas.microsoft.com/office/drawing/2014/main" id="{B671766C-0682-5464-AE02-D5B8DFFF3FFC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grpFill/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622F96E-7761-4F6E-4E85-A4D1C2582AD8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35B65A22-C0F7-4AFD-33A7-82C8FBB3DF5E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grpFill/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CBEE685-EB91-B88F-13DE-28B9A4AF925C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CD9BE9B0-88A6-6EE4-702D-E70FBDAF4A78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934172C-9AA1-44E1-2B23-804B550226DF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CAFA872-C6FF-C203-A97C-88E641C5F0E5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39FC698-34C7-3A77-22DD-A4A2167E3131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B5943A2-07A1-6573-7B01-2A6FBBF57715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5F54970E-8B12-42AF-CC78-70D471F402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82851" y="331503"/>
            <a:ext cx="1956690" cy="212933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433E72F-F212-FB41-C7E9-5EFB2E0106CA}"/>
              </a:ext>
            </a:extLst>
          </p:cNvPr>
          <p:cNvSpPr txBox="1"/>
          <p:nvPr/>
        </p:nvSpPr>
        <p:spPr>
          <a:xfrm>
            <a:off x="8480627" y="449205"/>
            <a:ext cx="2931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6E5239-FD1B-0CC1-54ED-0C2B724FF6C8}"/>
              </a:ext>
            </a:extLst>
          </p:cNvPr>
          <p:cNvSpPr txBox="1"/>
          <p:nvPr/>
        </p:nvSpPr>
        <p:spPr>
          <a:xfrm>
            <a:off x="8337601" y="1752956"/>
            <a:ext cx="321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BC4AE0B-ED42-7AFB-86DF-78A8E4C27A90}"/>
              </a:ext>
            </a:extLst>
          </p:cNvPr>
          <p:cNvGrpSpPr>
            <a:grpSpLocks noChangeAspect="1"/>
          </p:cNvGrpSpPr>
          <p:nvPr/>
        </p:nvGrpSpPr>
        <p:grpSpPr>
          <a:xfrm>
            <a:off x="8997070" y="933869"/>
            <a:ext cx="254000" cy="254000"/>
            <a:chOff x="5371592" y="914400"/>
            <a:chExt cx="5029200" cy="5029200"/>
          </a:xfrm>
          <a:solidFill>
            <a:schemeClr val="accent5"/>
          </a:solidFill>
        </p:grpSpPr>
        <p:grpSp>
          <p:nvGrpSpPr>
            <p:cNvPr id="34" name="Graphic 5">
              <a:extLst>
                <a:ext uri="{FF2B5EF4-FFF2-40B4-BE49-F238E27FC236}">
                  <a16:creationId xmlns:a16="http://schemas.microsoft.com/office/drawing/2014/main" id="{543A2D4E-AA3A-4258-0BEA-2CA4D1B20220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grpFill/>
          </p:grpSpPr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5BE0F301-D823-DCD3-872E-D94AA0E8A3C6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28EB004-D949-033C-3295-CC966480DF19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grpFill/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BAA3C2B-0F00-2105-A31A-A4E3D9472D74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A4FADE3-2BFC-D0F9-570B-038F0D7EEC21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A5005122-996B-083E-7BCD-3B6501F28B1C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DEEEF81-5C87-A254-0EE5-B6294F5B632B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6616840A-C493-598E-FDF2-F0A16896B98E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6530BFC3-6D43-09A1-ED31-7BCBDB704E1B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51317551-1B92-1D96-26DE-72AA76720AE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39825" y="3764593"/>
            <a:ext cx="1956690" cy="2129339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4C02803-8C2C-E573-DF7D-A22D9D17DC3E}"/>
              </a:ext>
            </a:extLst>
          </p:cNvPr>
          <p:cNvSpPr txBox="1"/>
          <p:nvPr/>
        </p:nvSpPr>
        <p:spPr>
          <a:xfrm>
            <a:off x="8337601" y="3882295"/>
            <a:ext cx="29319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3557B66-1FE9-8EB2-96D3-A2FA539DF7D2}"/>
              </a:ext>
            </a:extLst>
          </p:cNvPr>
          <p:cNvSpPr txBox="1"/>
          <p:nvPr/>
        </p:nvSpPr>
        <p:spPr>
          <a:xfrm>
            <a:off x="8194575" y="5186046"/>
            <a:ext cx="321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94819D-7F28-0345-1847-79B1AFE78A18}"/>
              </a:ext>
            </a:extLst>
          </p:cNvPr>
          <p:cNvGrpSpPr>
            <a:grpSpLocks noChangeAspect="1"/>
          </p:cNvGrpSpPr>
          <p:nvPr/>
        </p:nvGrpSpPr>
        <p:grpSpPr>
          <a:xfrm>
            <a:off x="11087059" y="3915779"/>
            <a:ext cx="254000" cy="254000"/>
            <a:chOff x="5371592" y="914400"/>
            <a:chExt cx="5029200" cy="5029200"/>
          </a:xfrm>
          <a:solidFill>
            <a:schemeClr val="accent5"/>
          </a:solidFill>
        </p:grpSpPr>
        <p:grpSp>
          <p:nvGrpSpPr>
            <p:cNvPr id="47" name="Graphic 5">
              <a:extLst>
                <a:ext uri="{FF2B5EF4-FFF2-40B4-BE49-F238E27FC236}">
                  <a16:creationId xmlns:a16="http://schemas.microsoft.com/office/drawing/2014/main" id="{04A4981B-E1ED-1403-6A06-62CA63F12AFE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grpFill/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2A65F858-CFFC-30C6-A322-8D29187B8FF1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0E9E90A7-9BB8-20F8-9DFB-CB3EFE9455D1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grpFill/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0434D206-6925-332F-3C02-657D4EE6E86E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81C2C86-16C8-659F-A0D9-C6FD01510341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B22F028-507B-B0AB-AC8F-F78C88489D93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F00C125-758E-A652-1673-62ED841A0F24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55BEBA32-F785-F2F0-398C-02A0BE846EA0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30BE90A0-D11B-1846-D11C-D9BB01B86109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1344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BD4A505-E768-F0E3-9FF1-374378ACE28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706157" y="1551009"/>
            <a:ext cx="1244434" cy="1354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6083B0-AA50-AA68-5BCD-94CBC64E4C89}"/>
              </a:ext>
            </a:extLst>
          </p:cNvPr>
          <p:cNvSpPr txBox="1"/>
          <p:nvPr/>
        </p:nvSpPr>
        <p:spPr>
          <a:xfrm>
            <a:off x="9101154" y="1825836"/>
            <a:ext cx="293194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5FE2C-451E-734D-7145-97FA65708540}"/>
              </a:ext>
            </a:extLst>
          </p:cNvPr>
          <p:cNvSpPr txBox="1"/>
          <p:nvPr/>
        </p:nvSpPr>
        <p:spPr>
          <a:xfrm>
            <a:off x="9695722" y="2464624"/>
            <a:ext cx="17053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D54BDAF-1F9D-0FE7-6246-D292511E00EB}"/>
              </a:ext>
            </a:extLst>
          </p:cNvPr>
          <p:cNvGrpSpPr>
            <a:grpSpLocks noChangeAspect="1"/>
          </p:cNvGrpSpPr>
          <p:nvPr/>
        </p:nvGrpSpPr>
        <p:grpSpPr>
          <a:xfrm>
            <a:off x="11064033" y="1697006"/>
            <a:ext cx="151835" cy="151835"/>
            <a:chOff x="5371592" y="914400"/>
            <a:chExt cx="5029200" cy="5029200"/>
          </a:xfrm>
          <a:solidFill>
            <a:schemeClr val="accent5"/>
          </a:solidFill>
        </p:grpSpPr>
        <p:grpSp>
          <p:nvGrpSpPr>
            <p:cNvPr id="8" name="Graphic 5">
              <a:extLst>
                <a:ext uri="{FF2B5EF4-FFF2-40B4-BE49-F238E27FC236}">
                  <a16:creationId xmlns:a16="http://schemas.microsoft.com/office/drawing/2014/main" id="{89D89E0A-75A7-7528-9C3A-3981125A5014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grpFill/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25FB619-1B82-9C70-409F-6DD2F029E442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68CF4F3D-C545-FBF6-F396-6244FB40CD27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grpFill/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3D03CC37-4562-E3A8-8FF8-C0048EA870CD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0230DD3-839B-C4D4-965C-6C04FFFEE55B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0731AC6A-2CE6-8BAD-E583-6DC9AB1A8500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1C32A1B-924E-FB27-936D-3701ECC4394F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ABEAE11D-2FED-541B-5F37-39F714BD0913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137D92B7-F160-81D8-50FF-496EDE4B5B42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7CB9696-AC47-2FF5-26F7-0AE2C8CD2C81}"/>
              </a:ext>
            </a:extLst>
          </p:cNvPr>
          <p:cNvSpPr/>
          <p:nvPr/>
        </p:nvSpPr>
        <p:spPr>
          <a:xfrm>
            <a:off x="8657862" y="1493134"/>
            <a:ext cx="2743200" cy="274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D2E36E-7AD0-187B-5134-75477DEA2739}"/>
              </a:ext>
            </a:extLst>
          </p:cNvPr>
          <p:cNvSpPr/>
          <p:nvPr/>
        </p:nvSpPr>
        <p:spPr>
          <a:xfrm>
            <a:off x="790939" y="1668683"/>
            <a:ext cx="3657600" cy="365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A9F2CD3-8805-8215-FFA9-5FF5348C167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80467" y="1772923"/>
            <a:ext cx="1521801" cy="165607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508EE02-BF45-698D-9534-B8CAB82063DD}"/>
              </a:ext>
            </a:extLst>
          </p:cNvPr>
          <p:cNvSpPr txBox="1"/>
          <p:nvPr/>
        </p:nvSpPr>
        <p:spPr>
          <a:xfrm>
            <a:off x="1888442" y="1969706"/>
            <a:ext cx="293194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F996D4-5738-C66D-B215-C52D1EFE796C}"/>
              </a:ext>
            </a:extLst>
          </p:cNvPr>
          <p:cNvSpPr txBox="1"/>
          <p:nvPr/>
        </p:nvSpPr>
        <p:spPr>
          <a:xfrm>
            <a:off x="2032950" y="2862258"/>
            <a:ext cx="24641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73A8AC7-3BD4-B38D-CC07-710A018E9F6F}"/>
              </a:ext>
            </a:extLst>
          </p:cNvPr>
          <p:cNvGrpSpPr>
            <a:grpSpLocks noChangeAspect="1"/>
          </p:cNvGrpSpPr>
          <p:nvPr/>
        </p:nvGrpSpPr>
        <p:grpSpPr>
          <a:xfrm>
            <a:off x="4156000" y="1772923"/>
            <a:ext cx="196783" cy="196783"/>
            <a:chOff x="5371592" y="914400"/>
            <a:chExt cx="5029200" cy="5029200"/>
          </a:xfrm>
          <a:solidFill>
            <a:schemeClr val="accent5"/>
          </a:solidFill>
        </p:grpSpPr>
        <p:grpSp>
          <p:nvGrpSpPr>
            <p:cNvPr id="23" name="Graphic 5">
              <a:extLst>
                <a:ext uri="{FF2B5EF4-FFF2-40B4-BE49-F238E27FC236}">
                  <a16:creationId xmlns:a16="http://schemas.microsoft.com/office/drawing/2014/main" id="{A838D5C7-84E9-0DBD-B85D-61B7DB8C0756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grpFill/>
          </p:grpSpPr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41917294-D254-7DF9-F554-81D4027D1ED5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6902F2E8-BE90-8B1E-3748-C87E59B1AC78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grpFill/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69C162F-48F2-B57E-EEFC-2BC7AB60B05A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EC7B6EC2-6B47-180F-B335-7CB8A6475078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BBAB92F-067C-5353-8B3E-8844B3DC707B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3035F32-BE36-B649-8118-5428B2EC1C7B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8190C9D-43F2-9D00-FE33-4F981561CBB6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6D271544-0653-9DB5-949A-E405E3059546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AF461D8-9D60-CE75-B2B2-D7A3F6CB1BF2}"/>
              </a:ext>
            </a:extLst>
          </p:cNvPr>
          <p:cNvSpPr txBox="1"/>
          <p:nvPr/>
        </p:nvSpPr>
        <p:spPr>
          <a:xfrm>
            <a:off x="1041400" y="1054100"/>
            <a:ext cx="316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3x3 inch sticker, 1cm QR code</a:t>
            </a:r>
          </a:p>
        </p:txBody>
      </p:sp>
    </p:spTree>
    <p:extLst>
      <p:ext uri="{BB962C8B-B14F-4D97-AF65-F5344CB8AC3E}">
        <p14:creationId xmlns:p14="http://schemas.microsoft.com/office/powerpoint/2010/main" val="3110564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45B40-A1D1-8610-55B0-4FA040915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8F6DA7F-F469-E44E-A2E1-93268D02EAED}"/>
              </a:ext>
            </a:extLst>
          </p:cNvPr>
          <p:cNvSpPr/>
          <p:nvPr/>
        </p:nvSpPr>
        <p:spPr>
          <a:xfrm>
            <a:off x="790939" y="1668683"/>
            <a:ext cx="3657600" cy="365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5CB2AF8-13FD-8C33-F1B9-40B1ACD901C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80467" y="1772923"/>
            <a:ext cx="1331193" cy="144865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6C6F98C-1CF9-9650-9E8C-72C213D327CC}"/>
              </a:ext>
            </a:extLst>
          </p:cNvPr>
          <p:cNvSpPr txBox="1"/>
          <p:nvPr/>
        </p:nvSpPr>
        <p:spPr>
          <a:xfrm>
            <a:off x="2045356" y="1929575"/>
            <a:ext cx="18705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569C8B-7C58-DD0B-8B3D-6747427A5799}"/>
              </a:ext>
            </a:extLst>
          </p:cNvPr>
          <p:cNvSpPr txBox="1"/>
          <p:nvPr/>
        </p:nvSpPr>
        <p:spPr>
          <a:xfrm>
            <a:off x="1940982" y="2697974"/>
            <a:ext cx="208313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B3D8149-D106-4B18-65DD-BD49E6B3F0F9}"/>
              </a:ext>
            </a:extLst>
          </p:cNvPr>
          <p:cNvGrpSpPr>
            <a:grpSpLocks noChangeAspect="1"/>
          </p:cNvGrpSpPr>
          <p:nvPr/>
        </p:nvGrpSpPr>
        <p:grpSpPr>
          <a:xfrm>
            <a:off x="2232302" y="3693210"/>
            <a:ext cx="720000" cy="720000"/>
            <a:chOff x="5371592" y="914400"/>
            <a:chExt cx="5029200" cy="5029200"/>
          </a:xfrm>
          <a:solidFill>
            <a:schemeClr val="accent5"/>
          </a:solidFill>
        </p:grpSpPr>
        <p:grpSp>
          <p:nvGrpSpPr>
            <p:cNvPr id="47" name="Graphic 5">
              <a:extLst>
                <a:ext uri="{FF2B5EF4-FFF2-40B4-BE49-F238E27FC236}">
                  <a16:creationId xmlns:a16="http://schemas.microsoft.com/office/drawing/2014/main" id="{8A460082-C695-CB34-1EB9-D28F9FD14AF2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grpFill/>
          </p:grpSpPr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CAF00402-191A-A486-2024-B68BFCAFD9D6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641F4D12-19AF-D397-883A-0AE2AB283C30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grpFill/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82A7D75-FE5B-4DCA-99AA-398416B999DE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3DFF9B1-9D5E-E58D-B68A-06CD4FFEBC13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B142824A-4F3C-7CD5-FD81-B64559A2F73E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5E8C323-F79C-D409-21D0-C5B53C3439CE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F86CD0F3-C0B5-0AAA-D956-8F13B345F5E4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86F7D8C-A3E0-5743-D666-15760F406682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8004AEC9-B359-4BE5-D5D3-F7ED38355DBF}"/>
              </a:ext>
            </a:extLst>
          </p:cNvPr>
          <p:cNvSpPr txBox="1"/>
          <p:nvPr/>
        </p:nvSpPr>
        <p:spPr>
          <a:xfrm>
            <a:off x="1041400" y="1054100"/>
            <a:ext cx="316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4x4 inch sticker, 2cm QR code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120731B-B880-F4DE-DA69-18E9C0CB3646}"/>
              </a:ext>
            </a:extLst>
          </p:cNvPr>
          <p:cNvSpPr/>
          <p:nvPr/>
        </p:nvSpPr>
        <p:spPr>
          <a:xfrm>
            <a:off x="6469440" y="1668683"/>
            <a:ext cx="4572000" cy="3657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A5A234A3-7FE5-6C1F-53B9-DC8F6F6970F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22136" y="1756428"/>
            <a:ext cx="1627172" cy="1770745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52A9215-255B-C5C7-4973-9167AC1EF134}"/>
              </a:ext>
            </a:extLst>
          </p:cNvPr>
          <p:cNvSpPr txBox="1"/>
          <p:nvPr/>
        </p:nvSpPr>
        <p:spPr>
          <a:xfrm>
            <a:off x="8171126" y="1944035"/>
            <a:ext cx="19422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0A2A39-E3EA-5DA6-D018-DD77826F2A42}"/>
              </a:ext>
            </a:extLst>
          </p:cNvPr>
          <p:cNvSpPr txBox="1"/>
          <p:nvPr/>
        </p:nvSpPr>
        <p:spPr>
          <a:xfrm>
            <a:off x="7910160" y="2880223"/>
            <a:ext cx="246413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C1A58C1-9485-1BEC-03C1-6EB01709CCD9}"/>
              </a:ext>
            </a:extLst>
          </p:cNvPr>
          <p:cNvGrpSpPr>
            <a:grpSpLocks noChangeAspect="1"/>
          </p:cNvGrpSpPr>
          <p:nvPr/>
        </p:nvGrpSpPr>
        <p:grpSpPr>
          <a:xfrm>
            <a:off x="10143519" y="1847110"/>
            <a:ext cx="720000" cy="720000"/>
            <a:chOff x="5371592" y="914400"/>
            <a:chExt cx="5029200" cy="5029200"/>
          </a:xfrm>
          <a:solidFill>
            <a:schemeClr val="accent5"/>
          </a:solidFill>
        </p:grpSpPr>
        <p:grpSp>
          <p:nvGrpSpPr>
            <p:cNvPr id="63" name="Graphic 5">
              <a:extLst>
                <a:ext uri="{FF2B5EF4-FFF2-40B4-BE49-F238E27FC236}">
                  <a16:creationId xmlns:a16="http://schemas.microsoft.com/office/drawing/2014/main" id="{30EBB3BE-6B3A-0DE2-8C67-3E9580CB2CD4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grpFill/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3209E5C3-2806-D63D-D6F2-2D1F64382B16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749EC861-3AB8-9A85-9A1E-A6B775C18041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grpFill/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452B2F75-18C0-D33B-138C-6FAC8AA65A21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E5FD205-648A-3279-BFE6-7AC171533A5E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F5A40ADC-0DCB-A5D4-254C-D5C2BCCB3CB8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0941DD8-48A3-8988-E76D-429BEDBAB19A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E3A0FCA-A3CA-9EB7-78B6-D3A9C5A47D0D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5506CBC-E98C-72B6-00EF-A7D036D03A37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412D7739-A78C-13B6-4972-817D26115FB3}"/>
              </a:ext>
            </a:extLst>
          </p:cNvPr>
          <p:cNvSpPr txBox="1"/>
          <p:nvPr/>
        </p:nvSpPr>
        <p:spPr>
          <a:xfrm>
            <a:off x="6719901" y="1054100"/>
            <a:ext cx="316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4x5 inch sticker, 2cm QR code</a:t>
            </a:r>
          </a:p>
        </p:txBody>
      </p:sp>
    </p:spTree>
    <p:extLst>
      <p:ext uri="{BB962C8B-B14F-4D97-AF65-F5344CB8AC3E}">
        <p14:creationId xmlns:p14="http://schemas.microsoft.com/office/powerpoint/2010/main" val="2591461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06C38-8549-2AB2-7C66-68A189E9D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57728E6-22EB-CEE8-0BF4-2A22BE65B4DE}"/>
              </a:ext>
            </a:extLst>
          </p:cNvPr>
          <p:cNvSpPr/>
          <p:nvPr/>
        </p:nvSpPr>
        <p:spPr>
          <a:xfrm>
            <a:off x="1093614" y="1380147"/>
            <a:ext cx="54864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99D33BC9-5E8A-46B1-BF01-F9417F636EC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128903" y="1464249"/>
            <a:ext cx="1190643" cy="129569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73C25023-23A2-8FFF-5C7D-068748AFF3B6}"/>
              </a:ext>
            </a:extLst>
          </p:cNvPr>
          <p:cNvSpPr txBox="1"/>
          <p:nvPr/>
        </p:nvSpPr>
        <p:spPr>
          <a:xfrm>
            <a:off x="1905000" y="1826282"/>
            <a:ext cx="390861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solidFill>
                  <a:srgbClr val="578C5D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61C04C-2CCC-8DB7-2DB5-ED4B8758101D}"/>
              </a:ext>
            </a:extLst>
          </p:cNvPr>
          <p:cNvSpPr txBox="1"/>
          <p:nvPr/>
        </p:nvSpPr>
        <p:spPr>
          <a:xfrm>
            <a:off x="2259287" y="2307247"/>
            <a:ext cx="337066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b="1" dirty="0">
                <a:solidFill>
                  <a:srgbClr val="578C5D"/>
                </a:solidFill>
                <a:latin typeface="SF Orson Casual Medium" pitchFamily="2" charset="0"/>
              </a:rPr>
              <a:t>sustainable research communities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AB3BDF8-E555-844C-E9D0-09F530995EB2}"/>
              </a:ext>
            </a:extLst>
          </p:cNvPr>
          <p:cNvGrpSpPr>
            <a:grpSpLocks noChangeAspect="1"/>
          </p:cNvGrpSpPr>
          <p:nvPr/>
        </p:nvGrpSpPr>
        <p:grpSpPr>
          <a:xfrm>
            <a:off x="5736000" y="1850971"/>
            <a:ext cx="720000" cy="720000"/>
            <a:chOff x="5371592" y="914400"/>
            <a:chExt cx="5029200" cy="5029200"/>
          </a:xfrm>
          <a:solidFill>
            <a:schemeClr val="accent5"/>
          </a:solidFill>
        </p:grpSpPr>
        <p:grpSp>
          <p:nvGrpSpPr>
            <p:cNvPr id="63" name="Graphic 5">
              <a:extLst>
                <a:ext uri="{FF2B5EF4-FFF2-40B4-BE49-F238E27FC236}">
                  <a16:creationId xmlns:a16="http://schemas.microsoft.com/office/drawing/2014/main" id="{38BCEFAC-B404-5A87-17EF-90F5A602883E}"/>
                </a:ext>
              </a:extLst>
            </p:cNvPr>
            <p:cNvGrpSpPr/>
            <p:nvPr/>
          </p:nvGrpSpPr>
          <p:grpSpPr>
            <a:xfrm>
              <a:off x="5371592" y="914400"/>
              <a:ext cx="5029200" cy="5029200"/>
              <a:chOff x="5371592" y="914400"/>
              <a:chExt cx="5029200" cy="5029200"/>
            </a:xfrm>
            <a:grpFill/>
          </p:grpSpPr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AF572BB6-AD25-8B58-F81A-885E40191EAD}"/>
                  </a:ext>
                </a:extLst>
              </p:cNvPr>
              <p:cNvSpPr/>
              <p:nvPr/>
            </p:nvSpPr>
            <p:spPr>
              <a:xfrm>
                <a:off x="5371592" y="914400"/>
                <a:ext cx="5029200" cy="5029200"/>
              </a:xfrm>
              <a:custGeom>
                <a:avLst/>
                <a:gdLst>
                  <a:gd name="connsiteX0" fmla="*/ 0 w 5029200"/>
                  <a:gd name="connsiteY0" fmla="*/ 1828800 h 5029200"/>
                  <a:gd name="connsiteX1" fmla="*/ 152400 w 5029200"/>
                  <a:gd name="connsiteY1" fmla="*/ 1828800 h 5029200"/>
                  <a:gd name="connsiteX2" fmla="*/ 304800 w 5029200"/>
                  <a:gd name="connsiteY2" fmla="*/ 1828800 h 5029200"/>
                  <a:gd name="connsiteX3" fmla="*/ 304800 w 5029200"/>
                  <a:gd name="connsiteY3" fmla="*/ 1981200 h 5029200"/>
                  <a:gd name="connsiteX4" fmla="*/ 152400 w 5029200"/>
                  <a:gd name="connsiteY4" fmla="*/ 1981200 h 5029200"/>
                  <a:gd name="connsiteX5" fmla="*/ 152400 w 5029200"/>
                  <a:gd name="connsiteY5" fmla="*/ 2133600 h 5029200"/>
                  <a:gd name="connsiteX6" fmla="*/ 0 w 5029200"/>
                  <a:gd name="connsiteY6" fmla="*/ 2133600 h 5029200"/>
                  <a:gd name="connsiteX7" fmla="*/ 0 w 5029200"/>
                  <a:gd name="connsiteY7" fmla="*/ 1981200 h 5029200"/>
                  <a:gd name="connsiteX8" fmla="*/ 0 w 5029200"/>
                  <a:gd name="connsiteY8" fmla="*/ 1828800 h 5029200"/>
                  <a:gd name="connsiteX9" fmla="*/ 0 w 5029200"/>
                  <a:gd name="connsiteY9" fmla="*/ 2286000 h 5029200"/>
                  <a:gd name="connsiteX10" fmla="*/ 152400 w 5029200"/>
                  <a:gd name="connsiteY10" fmla="*/ 2286000 h 5029200"/>
                  <a:gd name="connsiteX11" fmla="*/ 152400 w 5029200"/>
                  <a:gd name="connsiteY11" fmla="*/ 2133600 h 5029200"/>
                  <a:gd name="connsiteX12" fmla="*/ 304800 w 5029200"/>
                  <a:gd name="connsiteY12" fmla="*/ 2133600 h 5029200"/>
                  <a:gd name="connsiteX13" fmla="*/ 304800 w 5029200"/>
                  <a:gd name="connsiteY13" fmla="*/ 2286000 h 5029200"/>
                  <a:gd name="connsiteX14" fmla="*/ 457200 w 5029200"/>
                  <a:gd name="connsiteY14" fmla="*/ 2286000 h 5029200"/>
                  <a:gd name="connsiteX15" fmla="*/ 457200 w 5029200"/>
                  <a:gd name="connsiteY15" fmla="*/ 2438400 h 5029200"/>
                  <a:gd name="connsiteX16" fmla="*/ 304800 w 5029200"/>
                  <a:gd name="connsiteY16" fmla="*/ 2438400 h 5029200"/>
                  <a:gd name="connsiteX17" fmla="*/ 152400 w 5029200"/>
                  <a:gd name="connsiteY17" fmla="*/ 2438400 h 5029200"/>
                  <a:gd name="connsiteX18" fmla="*/ 152400 w 5029200"/>
                  <a:gd name="connsiteY18" fmla="*/ 2590800 h 5029200"/>
                  <a:gd name="connsiteX19" fmla="*/ 0 w 5029200"/>
                  <a:gd name="connsiteY19" fmla="*/ 2590800 h 5029200"/>
                  <a:gd name="connsiteX20" fmla="*/ 0 w 5029200"/>
                  <a:gd name="connsiteY20" fmla="*/ 2438400 h 5029200"/>
                  <a:gd name="connsiteX21" fmla="*/ 0 w 5029200"/>
                  <a:gd name="connsiteY21" fmla="*/ 2286000 h 5029200"/>
                  <a:gd name="connsiteX22" fmla="*/ 0 w 5029200"/>
                  <a:gd name="connsiteY22" fmla="*/ 2895600 h 5029200"/>
                  <a:gd name="connsiteX23" fmla="*/ 152400 w 5029200"/>
                  <a:gd name="connsiteY23" fmla="*/ 2895600 h 5029200"/>
                  <a:gd name="connsiteX24" fmla="*/ 152400 w 5029200"/>
                  <a:gd name="connsiteY24" fmla="*/ 3048000 h 5029200"/>
                  <a:gd name="connsiteX25" fmla="*/ 152400 w 5029200"/>
                  <a:gd name="connsiteY25" fmla="*/ 3200400 h 5029200"/>
                  <a:gd name="connsiteX26" fmla="*/ 304800 w 5029200"/>
                  <a:gd name="connsiteY26" fmla="*/ 3200400 h 5029200"/>
                  <a:gd name="connsiteX27" fmla="*/ 304800 w 5029200"/>
                  <a:gd name="connsiteY27" fmla="*/ 3352800 h 5029200"/>
                  <a:gd name="connsiteX28" fmla="*/ 152400 w 5029200"/>
                  <a:gd name="connsiteY28" fmla="*/ 3352800 h 5029200"/>
                  <a:gd name="connsiteX29" fmla="*/ 152400 w 5029200"/>
                  <a:gd name="connsiteY29" fmla="*/ 3505200 h 5029200"/>
                  <a:gd name="connsiteX30" fmla="*/ 152400 w 5029200"/>
                  <a:gd name="connsiteY30" fmla="*/ 3657600 h 5029200"/>
                  <a:gd name="connsiteX31" fmla="*/ 304800 w 5029200"/>
                  <a:gd name="connsiteY31" fmla="*/ 3657600 h 5029200"/>
                  <a:gd name="connsiteX32" fmla="*/ 304800 w 5029200"/>
                  <a:gd name="connsiteY32" fmla="*/ 3810000 h 5029200"/>
                  <a:gd name="connsiteX33" fmla="*/ 152400 w 5029200"/>
                  <a:gd name="connsiteY33" fmla="*/ 3810000 h 5029200"/>
                  <a:gd name="connsiteX34" fmla="*/ 0 w 5029200"/>
                  <a:gd name="connsiteY34" fmla="*/ 3810000 h 5029200"/>
                  <a:gd name="connsiteX35" fmla="*/ 0 w 5029200"/>
                  <a:gd name="connsiteY35" fmla="*/ 3657600 h 5029200"/>
                  <a:gd name="connsiteX36" fmla="*/ 0 w 5029200"/>
                  <a:gd name="connsiteY36" fmla="*/ 3505200 h 5029200"/>
                  <a:gd name="connsiteX37" fmla="*/ 0 w 5029200"/>
                  <a:gd name="connsiteY37" fmla="*/ 3352800 h 5029200"/>
                  <a:gd name="connsiteX38" fmla="*/ 0 w 5029200"/>
                  <a:gd name="connsiteY38" fmla="*/ 3200400 h 5029200"/>
                  <a:gd name="connsiteX39" fmla="*/ 0 w 5029200"/>
                  <a:gd name="connsiteY39" fmla="*/ 3048000 h 5029200"/>
                  <a:gd name="connsiteX40" fmla="*/ 0 w 5029200"/>
                  <a:gd name="connsiteY40" fmla="*/ 2895600 h 5029200"/>
                  <a:gd name="connsiteX41" fmla="*/ 152400 w 5029200"/>
                  <a:gd name="connsiteY41" fmla="*/ 1371600 h 5029200"/>
                  <a:gd name="connsiteX42" fmla="*/ 304800 w 5029200"/>
                  <a:gd name="connsiteY42" fmla="*/ 1371600 h 5029200"/>
                  <a:gd name="connsiteX43" fmla="*/ 304800 w 5029200"/>
                  <a:gd name="connsiteY43" fmla="*/ 1524000 h 5029200"/>
                  <a:gd name="connsiteX44" fmla="*/ 152400 w 5029200"/>
                  <a:gd name="connsiteY44" fmla="*/ 1524000 h 5029200"/>
                  <a:gd name="connsiteX45" fmla="*/ 152400 w 5029200"/>
                  <a:gd name="connsiteY45" fmla="*/ 1371600 h 5029200"/>
                  <a:gd name="connsiteX46" fmla="*/ 152400 w 5029200"/>
                  <a:gd name="connsiteY46" fmla="*/ 2590800 h 5029200"/>
                  <a:gd name="connsiteX47" fmla="*/ 304800 w 5029200"/>
                  <a:gd name="connsiteY47" fmla="*/ 2590800 h 5029200"/>
                  <a:gd name="connsiteX48" fmla="*/ 304800 w 5029200"/>
                  <a:gd name="connsiteY48" fmla="*/ 2743200 h 5029200"/>
                  <a:gd name="connsiteX49" fmla="*/ 304800 w 5029200"/>
                  <a:gd name="connsiteY49" fmla="*/ 2895600 h 5029200"/>
                  <a:gd name="connsiteX50" fmla="*/ 152400 w 5029200"/>
                  <a:gd name="connsiteY50" fmla="*/ 2895600 h 5029200"/>
                  <a:gd name="connsiteX51" fmla="*/ 152400 w 5029200"/>
                  <a:gd name="connsiteY51" fmla="*/ 2743200 h 5029200"/>
                  <a:gd name="connsiteX52" fmla="*/ 152400 w 5029200"/>
                  <a:gd name="connsiteY52" fmla="*/ 2590800 h 5029200"/>
                  <a:gd name="connsiteX53" fmla="*/ 304800 w 5029200"/>
                  <a:gd name="connsiteY53" fmla="*/ 1676400 h 5029200"/>
                  <a:gd name="connsiteX54" fmla="*/ 457200 w 5029200"/>
                  <a:gd name="connsiteY54" fmla="*/ 1676400 h 5029200"/>
                  <a:gd name="connsiteX55" fmla="*/ 457200 w 5029200"/>
                  <a:gd name="connsiteY55" fmla="*/ 1524000 h 5029200"/>
                  <a:gd name="connsiteX56" fmla="*/ 457200 w 5029200"/>
                  <a:gd name="connsiteY56" fmla="*/ 1371600 h 5029200"/>
                  <a:gd name="connsiteX57" fmla="*/ 457200 w 5029200"/>
                  <a:gd name="connsiteY57" fmla="*/ 1219200 h 5029200"/>
                  <a:gd name="connsiteX58" fmla="*/ 609600 w 5029200"/>
                  <a:gd name="connsiteY58" fmla="*/ 1219200 h 5029200"/>
                  <a:gd name="connsiteX59" fmla="*/ 762000 w 5029200"/>
                  <a:gd name="connsiteY59" fmla="*/ 1219200 h 5029200"/>
                  <a:gd name="connsiteX60" fmla="*/ 762000 w 5029200"/>
                  <a:gd name="connsiteY60" fmla="*/ 1371600 h 5029200"/>
                  <a:gd name="connsiteX61" fmla="*/ 609600 w 5029200"/>
                  <a:gd name="connsiteY61" fmla="*/ 1371600 h 5029200"/>
                  <a:gd name="connsiteX62" fmla="*/ 609600 w 5029200"/>
                  <a:gd name="connsiteY62" fmla="*/ 1524000 h 5029200"/>
                  <a:gd name="connsiteX63" fmla="*/ 609600 w 5029200"/>
                  <a:gd name="connsiteY63" fmla="*/ 1676400 h 5029200"/>
                  <a:gd name="connsiteX64" fmla="*/ 762000 w 5029200"/>
                  <a:gd name="connsiteY64" fmla="*/ 1676400 h 5029200"/>
                  <a:gd name="connsiteX65" fmla="*/ 762000 w 5029200"/>
                  <a:gd name="connsiteY65" fmla="*/ 1524000 h 5029200"/>
                  <a:gd name="connsiteX66" fmla="*/ 762000 w 5029200"/>
                  <a:gd name="connsiteY66" fmla="*/ 1371600 h 5029200"/>
                  <a:gd name="connsiteX67" fmla="*/ 914400 w 5029200"/>
                  <a:gd name="connsiteY67" fmla="*/ 1371600 h 5029200"/>
                  <a:gd name="connsiteX68" fmla="*/ 914400 w 5029200"/>
                  <a:gd name="connsiteY68" fmla="*/ 1524000 h 5029200"/>
                  <a:gd name="connsiteX69" fmla="*/ 1066800 w 5029200"/>
                  <a:gd name="connsiteY69" fmla="*/ 1524000 h 5029200"/>
                  <a:gd name="connsiteX70" fmla="*/ 1066800 w 5029200"/>
                  <a:gd name="connsiteY70" fmla="*/ 1676400 h 5029200"/>
                  <a:gd name="connsiteX71" fmla="*/ 914400 w 5029200"/>
                  <a:gd name="connsiteY71" fmla="*/ 1676400 h 5029200"/>
                  <a:gd name="connsiteX72" fmla="*/ 914400 w 5029200"/>
                  <a:gd name="connsiteY72" fmla="*/ 1828800 h 5029200"/>
                  <a:gd name="connsiteX73" fmla="*/ 762000 w 5029200"/>
                  <a:gd name="connsiteY73" fmla="*/ 1828800 h 5029200"/>
                  <a:gd name="connsiteX74" fmla="*/ 609600 w 5029200"/>
                  <a:gd name="connsiteY74" fmla="*/ 1828800 h 5029200"/>
                  <a:gd name="connsiteX75" fmla="*/ 609600 w 5029200"/>
                  <a:gd name="connsiteY75" fmla="*/ 1981200 h 5029200"/>
                  <a:gd name="connsiteX76" fmla="*/ 762000 w 5029200"/>
                  <a:gd name="connsiteY76" fmla="*/ 1981200 h 5029200"/>
                  <a:gd name="connsiteX77" fmla="*/ 914400 w 5029200"/>
                  <a:gd name="connsiteY77" fmla="*/ 1981200 h 5029200"/>
                  <a:gd name="connsiteX78" fmla="*/ 914400 w 5029200"/>
                  <a:gd name="connsiteY78" fmla="*/ 2133600 h 5029200"/>
                  <a:gd name="connsiteX79" fmla="*/ 762000 w 5029200"/>
                  <a:gd name="connsiteY79" fmla="*/ 2133600 h 5029200"/>
                  <a:gd name="connsiteX80" fmla="*/ 762000 w 5029200"/>
                  <a:gd name="connsiteY80" fmla="*/ 2286000 h 5029200"/>
                  <a:gd name="connsiteX81" fmla="*/ 762000 w 5029200"/>
                  <a:gd name="connsiteY81" fmla="*/ 2438400 h 5029200"/>
                  <a:gd name="connsiteX82" fmla="*/ 762000 w 5029200"/>
                  <a:gd name="connsiteY82" fmla="*/ 2590800 h 5029200"/>
                  <a:gd name="connsiteX83" fmla="*/ 914400 w 5029200"/>
                  <a:gd name="connsiteY83" fmla="*/ 2590800 h 5029200"/>
                  <a:gd name="connsiteX84" fmla="*/ 914400 w 5029200"/>
                  <a:gd name="connsiteY84" fmla="*/ 2743200 h 5029200"/>
                  <a:gd name="connsiteX85" fmla="*/ 762000 w 5029200"/>
                  <a:gd name="connsiteY85" fmla="*/ 2743200 h 5029200"/>
                  <a:gd name="connsiteX86" fmla="*/ 762000 w 5029200"/>
                  <a:gd name="connsiteY86" fmla="*/ 2895600 h 5029200"/>
                  <a:gd name="connsiteX87" fmla="*/ 762000 w 5029200"/>
                  <a:gd name="connsiteY87" fmla="*/ 3048000 h 5029200"/>
                  <a:gd name="connsiteX88" fmla="*/ 914400 w 5029200"/>
                  <a:gd name="connsiteY88" fmla="*/ 3048000 h 5029200"/>
                  <a:gd name="connsiteX89" fmla="*/ 1066800 w 5029200"/>
                  <a:gd name="connsiteY89" fmla="*/ 3048000 h 5029200"/>
                  <a:gd name="connsiteX90" fmla="*/ 1219200 w 5029200"/>
                  <a:gd name="connsiteY90" fmla="*/ 3048000 h 5029200"/>
                  <a:gd name="connsiteX91" fmla="*/ 1371600 w 5029200"/>
                  <a:gd name="connsiteY91" fmla="*/ 3048000 h 5029200"/>
                  <a:gd name="connsiteX92" fmla="*/ 1371600 w 5029200"/>
                  <a:gd name="connsiteY92" fmla="*/ 2895600 h 5029200"/>
                  <a:gd name="connsiteX93" fmla="*/ 1371600 w 5029200"/>
                  <a:gd name="connsiteY93" fmla="*/ 2743200 h 5029200"/>
                  <a:gd name="connsiteX94" fmla="*/ 1219200 w 5029200"/>
                  <a:gd name="connsiteY94" fmla="*/ 2743200 h 5029200"/>
                  <a:gd name="connsiteX95" fmla="*/ 1219200 w 5029200"/>
                  <a:gd name="connsiteY95" fmla="*/ 2895600 h 5029200"/>
                  <a:gd name="connsiteX96" fmla="*/ 1066800 w 5029200"/>
                  <a:gd name="connsiteY96" fmla="*/ 2895600 h 5029200"/>
                  <a:gd name="connsiteX97" fmla="*/ 914400 w 5029200"/>
                  <a:gd name="connsiteY97" fmla="*/ 2895600 h 5029200"/>
                  <a:gd name="connsiteX98" fmla="*/ 914400 w 5029200"/>
                  <a:gd name="connsiteY98" fmla="*/ 2743200 h 5029200"/>
                  <a:gd name="connsiteX99" fmla="*/ 1066800 w 5029200"/>
                  <a:gd name="connsiteY99" fmla="*/ 2743200 h 5029200"/>
                  <a:gd name="connsiteX100" fmla="*/ 1066800 w 5029200"/>
                  <a:gd name="connsiteY100" fmla="*/ 2590800 h 5029200"/>
                  <a:gd name="connsiteX101" fmla="*/ 914400 w 5029200"/>
                  <a:gd name="connsiteY101" fmla="*/ 2590800 h 5029200"/>
                  <a:gd name="connsiteX102" fmla="*/ 914400 w 5029200"/>
                  <a:gd name="connsiteY102" fmla="*/ 2438400 h 5029200"/>
                  <a:gd name="connsiteX103" fmla="*/ 1066800 w 5029200"/>
                  <a:gd name="connsiteY103" fmla="*/ 2438400 h 5029200"/>
                  <a:gd name="connsiteX104" fmla="*/ 1066800 w 5029200"/>
                  <a:gd name="connsiteY104" fmla="*/ 2286000 h 5029200"/>
                  <a:gd name="connsiteX105" fmla="*/ 914400 w 5029200"/>
                  <a:gd name="connsiteY105" fmla="*/ 2286000 h 5029200"/>
                  <a:gd name="connsiteX106" fmla="*/ 914400 w 5029200"/>
                  <a:gd name="connsiteY106" fmla="*/ 2133600 h 5029200"/>
                  <a:gd name="connsiteX107" fmla="*/ 1066800 w 5029200"/>
                  <a:gd name="connsiteY107" fmla="*/ 2133600 h 5029200"/>
                  <a:gd name="connsiteX108" fmla="*/ 1219200 w 5029200"/>
                  <a:gd name="connsiteY108" fmla="*/ 2133600 h 5029200"/>
                  <a:gd name="connsiteX109" fmla="*/ 1219200 w 5029200"/>
                  <a:gd name="connsiteY109" fmla="*/ 2286000 h 5029200"/>
                  <a:gd name="connsiteX110" fmla="*/ 1371600 w 5029200"/>
                  <a:gd name="connsiteY110" fmla="*/ 2286000 h 5029200"/>
                  <a:gd name="connsiteX111" fmla="*/ 1524000 w 5029200"/>
                  <a:gd name="connsiteY111" fmla="*/ 2286000 h 5029200"/>
                  <a:gd name="connsiteX112" fmla="*/ 1524000 w 5029200"/>
                  <a:gd name="connsiteY112" fmla="*/ 2438400 h 5029200"/>
                  <a:gd name="connsiteX113" fmla="*/ 1676400 w 5029200"/>
                  <a:gd name="connsiteY113" fmla="*/ 2438400 h 5029200"/>
                  <a:gd name="connsiteX114" fmla="*/ 1676400 w 5029200"/>
                  <a:gd name="connsiteY114" fmla="*/ 2590800 h 5029200"/>
                  <a:gd name="connsiteX115" fmla="*/ 1676400 w 5029200"/>
                  <a:gd name="connsiteY115" fmla="*/ 2743200 h 5029200"/>
                  <a:gd name="connsiteX116" fmla="*/ 1676400 w 5029200"/>
                  <a:gd name="connsiteY116" fmla="*/ 2895600 h 5029200"/>
                  <a:gd name="connsiteX117" fmla="*/ 1524000 w 5029200"/>
                  <a:gd name="connsiteY117" fmla="*/ 2895600 h 5029200"/>
                  <a:gd name="connsiteX118" fmla="*/ 1524000 w 5029200"/>
                  <a:gd name="connsiteY118" fmla="*/ 3048000 h 5029200"/>
                  <a:gd name="connsiteX119" fmla="*/ 1524000 w 5029200"/>
                  <a:gd name="connsiteY119" fmla="*/ 3200400 h 5029200"/>
                  <a:gd name="connsiteX120" fmla="*/ 1371600 w 5029200"/>
                  <a:gd name="connsiteY120" fmla="*/ 3200400 h 5029200"/>
                  <a:gd name="connsiteX121" fmla="*/ 1219200 w 5029200"/>
                  <a:gd name="connsiteY121" fmla="*/ 3200400 h 5029200"/>
                  <a:gd name="connsiteX122" fmla="*/ 1219200 w 5029200"/>
                  <a:gd name="connsiteY122" fmla="*/ 3352800 h 5029200"/>
                  <a:gd name="connsiteX123" fmla="*/ 1371600 w 5029200"/>
                  <a:gd name="connsiteY123" fmla="*/ 3352800 h 5029200"/>
                  <a:gd name="connsiteX124" fmla="*/ 1371600 w 5029200"/>
                  <a:gd name="connsiteY124" fmla="*/ 3505200 h 5029200"/>
                  <a:gd name="connsiteX125" fmla="*/ 1524000 w 5029200"/>
                  <a:gd name="connsiteY125" fmla="*/ 3505200 h 5029200"/>
                  <a:gd name="connsiteX126" fmla="*/ 1524000 w 5029200"/>
                  <a:gd name="connsiteY126" fmla="*/ 3352800 h 5029200"/>
                  <a:gd name="connsiteX127" fmla="*/ 1676400 w 5029200"/>
                  <a:gd name="connsiteY127" fmla="*/ 3352800 h 5029200"/>
                  <a:gd name="connsiteX128" fmla="*/ 1676400 w 5029200"/>
                  <a:gd name="connsiteY128" fmla="*/ 3505200 h 5029200"/>
                  <a:gd name="connsiteX129" fmla="*/ 1828800 w 5029200"/>
                  <a:gd name="connsiteY129" fmla="*/ 3505200 h 5029200"/>
                  <a:gd name="connsiteX130" fmla="*/ 1828800 w 5029200"/>
                  <a:gd name="connsiteY130" fmla="*/ 3657600 h 5029200"/>
                  <a:gd name="connsiteX131" fmla="*/ 1676400 w 5029200"/>
                  <a:gd name="connsiteY131" fmla="*/ 3657600 h 5029200"/>
                  <a:gd name="connsiteX132" fmla="*/ 1676400 w 5029200"/>
                  <a:gd name="connsiteY132" fmla="*/ 3810000 h 5029200"/>
                  <a:gd name="connsiteX133" fmla="*/ 1828800 w 5029200"/>
                  <a:gd name="connsiteY133" fmla="*/ 3810000 h 5029200"/>
                  <a:gd name="connsiteX134" fmla="*/ 1981200 w 5029200"/>
                  <a:gd name="connsiteY134" fmla="*/ 3810000 h 5029200"/>
                  <a:gd name="connsiteX135" fmla="*/ 1981200 w 5029200"/>
                  <a:gd name="connsiteY135" fmla="*/ 3657600 h 5029200"/>
                  <a:gd name="connsiteX136" fmla="*/ 2133600 w 5029200"/>
                  <a:gd name="connsiteY136" fmla="*/ 3657600 h 5029200"/>
                  <a:gd name="connsiteX137" fmla="*/ 2133600 w 5029200"/>
                  <a:gd name="connsiteY137" fmla="*/ 3810000 h 5029200"/>
                  <a:gd name="connsiteX138" fmla="*/ 2133600 w 5029200"/>
                  <a:gd name="connsiteY138" fmla="*/ 3962400 h 5029200"/>
                  <a:gd name="connsiteX139" fmla="*/ 2286000 w 5029200"/>
                  <a:gd name="connsiteY139" fmla="*/ 3962400 h 5029200"/>
                  <a:gd name="connsiteX140" fmla="*/ 2286000 w 5029200"/>
                  <a:gd name="connsiteY140" fmla="*/ 4114800 h 5029200"/>
                  <a:gd name="connsiteX141" fmla="*/ 2286000 w 5029200"/>
                  <a:gd name="connsiteY141" fmla="*/ 4267200 h 5029200"/>
                  <a:gd name="connsiteX142" fmla="*/ 2438400 w 5029200"/>
                  <a:gd name="connsiteY142" fmla="*/ 4267200 h 5029200"/>
                  <a:gd name="connsiteX143" fmla="*/ 2438400 w 5029200"/>
                  <a:gd name="connsiteY143" fmla="*/ 4114800 h 5029200"/>
                  <a:gd name="connsiteX144" fmla="*/ 2438400 w 5029200"/>
                  <a:gd name="connsiteY144" fmla="*/ 3962400 h 5029200"/>
                  <a:gd name="connsiteX145" fmla="*/ 2590800 w 5029200"/>
                  <a:gd name="connsiteY145" fmla="*/ 3962400 h 5029200"/>
                  <a:gd name="connsiteX146" fmla="*/ 2743200 w 5029200"/>
                  <a:gd name="connsiteY146" fmla="*/ 3962400 h 5029200"/>
                  <a:gd name="connsiteX147" fmla="*/ 2743200 w 5029200"/>
                  <a:gd name="connsiteY147" fmla="*/ 3810000 h 5029200"/>
                  <a:gd name="connsiteX148" fmla="*/ 2743200 w 5029200"/>
                  <a:gd name="connsiteY148" fmla="*/ 3657600 h 5029200"/>
                  <a:gd name="connsiteX149" fmla="*/ 2895600 w 5029200"/>
                  <a:gd name="connsiteY149" fmla="*/ 3657600 h 5029200"/>
                  <a:gd name="connsiteX150" fmla="*/ 2895600 w 5029200"/>
                  <a:gd name="connsiteY150" fmla="*/ 3810000 h 5029200"/>
                  <a:gd name="connsiteX151" fmla="*/ 2895600 w 5029200"/>
                  <a:gd name="connsiteY151" fmla="*/ 3962400 h 5029200"/>
                  <a:gd name="connsiteX152" fmla="*/ 2895600 w 5029200"/>
                  <a:gd name="connsiteY152" fmla="*/ 4114800 h 5029200"/>
                  <a:gd name="connsiteX153" fmla="*/ 2743200 w 5029200"/>
                  <a:gd name="connsiteY153" fmla="*/ 4114800 h 5029200"/>
                  <a:gd name="connsiteX154" fmla="*/ 2590800 w 5029200"/>
                  <a:gd name="connsiteY154" fmla="*/ 4114800 h 5029200"/>
                  <a:gd name="connsiteX155" fmla="*/ 2590800 w 5029200"/>
                  <a:gd name="connsiteY155" fmla="*/ 4267200 h 5029200"/>
                  <a:gd name="connsiteX156" fmla="*/ 2743200 w 5029200"/>
                  <a:gd name="connsiteY156" fmla="*/ 4267200 h 5029200"/>
                  <a:gd name="connsiteX157" fmla="*/ 2895600 w 5029200"/>
                  <a:gd name="connsiteY157" fmla="*/ 4267200 h 5029200"/>
                  <a:gd name="connsiteX158" fmla="*/ 2895600 w 5029200"/>
                  <a:gd name="connsiteY158" fmla="*/ 4114800 h 5029200"/>
                  <a:gd name="connsiteX159" fmla="*/ 3048000 w 5029200"/>
                  <a:gd name="connsiteY159" fmla="*/ 4114800 h 5029200"/>
                  <a:gd name="connsiteX160" fmla="*/ 3048000 w 5029200"/>
                  <a:gd name="connsiteY160" fmla="*/ 4267200 h 5029200"/>
                  <a:gd name="connsiteX161" fmla="*/ 3200400 w 5029200"/>
                  <a:gd name="connsiteY161" fmla="*/ 4267200 h 5029200"/>
                  <a:gd name="connsiteX162" fmla="*/ 3200400 w 5029200"/>
                  <a:gd name="connsiteY162" fmla="*/ 4114800 h 5029200"/>
                  <a:gd name="connsiteX163" fmla="*/ 3352800 w 5029200"/>
                  <a:gd name="connsiteY163" fmla="*/ 4114800 h 5029200"/>
                  <a:gd name="connsiteX164" fmla="*/ 3505200 w 5029200"/>
                  <a:gd name="connsiteY164" fmla="*/ 4114800 h 5029200"/>
                  <a:gd name="connsiteX165" fmla="*/ 3505200 w 5029200"/>
                  <a:gd name="connsiteY165" fmla="*/ 4267200 h 5029200"/>
                  <a:gd name="connsiteX166" fmla="*/ 3657600 w 5029200"/>
                  <a:gd name="connsiteY166" fmla="*/ 4267200 h 5029200"/>
                  <a:gd name="connsiteX167" fmla="*/ 3657600 w 5029200"/>
                  <a:gd name="connsiteY167" fmla="*/ 4114800 h 5029200"/>
                  <a:gd name="connsiteX168" fmla="*/ 3505200 w 5029200"/>
                  <a:gd name="connsiteY168" fmla="*/ 4114800 h 5029200"/>
                  <a:gd name="connsiteX169" fmla="*/ 3505200 w 5029200"/>
                  <a:gd name="connsiteY169" fmla="*/ 3962400 h 5029200"/>
                  <a:gd name="connsiteX170" fmla="*/ 3352800 w 5029200"/>
                  <a:gd name="connsiteY170" fmla="*/ 3962400 h 5029200"/>
                  <a:gd name="connsiteX171" fmla="*/ 3200400 w 5029200"/>
                  <a:gd name="connsiteY171" fmla="*/ 3962400 h 5029200"/>
                  <a:gd name="connsiteX172" fmla="*/ 3200400 w 5029200"/>
                  <a:gd name="connsiteY172" fmla="*/ 3810000 h 5029200"/>
                  <a:gd name="connsiteX173" fmla="*/ 3352800 w 5029200"/>
                  <a:gd name="connsiteY173" fmla="*/ 3810000 h 5029200"/>
                  <a:gd name="connsiteX174" fmla="*/ 3505200 w 5029200"/>
                  <a:gd name="connsiteY174" fmla="*/ 3810000 h 5029200"/>
                  <a:gd name="connsiteX175" fmla="*/ 3505200 w 5029200"/>
                  <a:gd name="connsiteY175" fmla="*/ 3657600 h 5029200"/>
                  <a:gd name="connsiteX176" fmla="*/ 3505200 w 5029200"/>
                  <a:gd name="connsiteY176" fmla="*/ 3505200 h 5029200"/>
                  <a:gd name="connsiteX177" fmla="*/ 3352800 w 5029200"/>
                  <a:gd name="connsiteY177" fmla="*/ 3505200 h 5029200"/>
                  <a:gd name="connsiteX178" fmla="*/ 3200400 w 5029200"/>
                  <a:gd name="connsiteY178" fmla="*/ 3505200 h 5029200"/>
                  <a:gd name="connsiteX179" fmla="*/ 3200400 w 5029200"/>
                  <a:gd name="connsiteY179" fmla="*/ 3657600 h 5029200"/>
                  <a:gd name="connsiteX180" fmla="*/ 3200400 w 5029200"/>
                  <a:gd name="connsiteY180" fmla="*/ 3810000 h 5029200"/>
                  <a:gd name="connsiteX181" fmla="*/ 3048000 w 5029200"/>
                  <a:gd name="connsiteY181" fmla="*/ 3810000 h 5029200"/>
                  <a:gd name="connsiteX182" fmla="*/ 3048000 w 5029200"/>
                  <a:gd name="connsiteY182" fmla="*/ 3657600 h 5029200"/>
                  <a:gd name="connsiteX183" fmla="*/ 2895600 w 5029200"/>
                  <a:gd name="connsiteY183" fmla="*/ 3657600 h 5029200"/>
                  <a:gd name="connsiteX184" fmla="*/ 2895600 w 5029200"/>
                  <a:gd name="connsiteY184" fmla="*/ 3505200 h 5029200"/>
                  <a:gd name="connsiteX185" fmla="*/ 3048000 w 5029200"/>
                  <a:gd name="connsiteY185" fmla="*/ 3505200 h 5029200"/>
                  <a:gd name="connsiteX186" fmla="*/ 3048000 w 5029200"/>
                  <a:gd name="connsiteY186" fmla="*/ 3352800 h 5029200"/>
                  <a:gd name="connsiteX187" fmla="*/ 3200400 w 5029200"/>
                  <a:gd name="connsiteY187" fmla="*/ 3352800 h 5029200"/>
                  <a:gd name="connsiteX188" fmla="*/ 3200400 w 5029200"/>
                  <a:gd name="connsiteY188" fmla="*/ 3200400 h 5029200"/>
                  <a:gd name="connsiteX189" fmla="*/ 3352800 w 5029200"/>
                  <a:gd name="connsiteY189" fmla="*/ 3200400 h 5029200"/>
                  <a:gd name="connsiteX190" fmla="*/ 3352800 w 5029200"/>
                  <a:gd name="connsiteY190" fmla="*/ 3352800 h 5029200"/>
                  <a:gd name="connsiteX191" fmla="*/ 3505200 w 5029200"/>
                  <a:gd name="connsiteY191" fmla="*/ 3352800 h 5029200"/>
                  <a:gd name="connsiteX192" fmla="*/ 3657600 w 5029200"/>
                  <a:gd name="connsiteY192" fmla="*/ 3352800 h 5029200"/>
                  <a:gd name="connsiteX193" fmla="*/ 3657600 w 5029200"/>
                  <a:gd name="connsiteY193" fmla="*/ 3505200 h 5029200"/>
                  <a:gd name="connsiteX194" fmla="*/ 3810000 w 5029200"/>
                  <a:gd name="connsiteY194" fmla="*/ 3505200 h 5029200"/>
                  <a:gd name="connsiteX195" fmla="*/ 3810000 w 5029200"/>
                  <a:gd name="connsiteY195" fmla="*/ 3657600 h 5029200"/>
                  <a:gd name="connsiteX196" fmla="*/ 3962400 w 5029200"/>
                  <a:gd name="connsiteY196" fmla="*/ 3657600 h 5029200"/>
                  <a:gd name="connsiteX197" fmla="*/ 4114800 w 5029200"/>
                  <a:gd name="connsiteY197" fmla="*/ 3657600 h 5029200"/>
                  <a:gd name="connsiteX198" fmla="*/ 4114800 w 5029200"/>
                  <a:gd name="connsiteY198" fmla="*/ 3505200 h 5029200"/>
                  <a:gd name="connsiteX199" fmla="*/ 3962400 w 5029200"/>
                  <a:gd name="connsiteY199" fmla="*/ 3505200 h 5029200"/>
                  <a:gd name="connsiteX200" fmla="*/ 3962400 w 5029200"/>
                  <a:gd name="connsiteY200" fmla="*/ 3352800 h 5029200"/>
                  <a:gd name="connsiteX201" fmla="*/ 3962400 w 5029200"/>
                  <a:gd name="connsiteY201" fmla="*/ 3200400 h 5029200"/>
                  <a:gd name="connsiteX202" fmla="*/ 3962400 w 5029200"/>
                  <a:gd name="connsiteY202" fmla="*/ 3048000 h 5029200"/>
                  <a:gd name="connsiteX203" fmla="*/ 4114800 w 5029200"/>
                  <a:gd name="connsiteY203" fmla="*/ 3048000 h 5029200"/>
                  <a:gd name="connsiteX204" fmla="*/ 4267200 w 5029200"/>
                  <a:gd name="connsiteY204" fmla="*/ 3048000 h 5029200"/>
                  <a:gd name="connsiteX205" fmla="*/ 4267200 w 5029200"/>
                  <a:gd name="connsiteY205" fmla="*/ 3200400 h 5029200"/>
                  <a:gd name="connsiteX206" fmla="*/ 4114800 w 5029200"/>
                  <a:gd name="connsiteY206" fmla="*/ 3200400 h 5029200"/>
                  <a:gd name="connsiteX207" fmla="*/ 4114800 w 5029200"/>
                  <a:gd name="connsiteY207" fmla="*/ 3352800 h 5029200"/>
                  <a:gd name="connsiteX208" fmla="*/ 4267200 w 5029200"/>
                  <a:gd name="connsiteY208" fmla="*/ 3352800 h 5029200"/>
                  <a:gd name="connsiteX209" fmla="*/ 4267200 w 5029200"/>
                  <a:gd name="connsiteY209" fmla="*/ 3505200 h 5029200"/>
                  <a:gd name="connsiteX210" fmla="*/ 4419600 w 5029200"/>
                  <a:gd name="connsiteY210" fmla="*/ 3505200 h 5029200"/>
                  <a:gd name="connsiteX211" fmla="*/ 4419600 w 5029200"/>
                  <a:gd name="connsiteY211" fmla="*/ 3657600 h 5029200"/>
                  <a:gd name="connsiteX212" fmla="*/ 4419600 w 5029200"/>
                  <a:gd name="connsiteY212" fmla="*/ 3810000 h 5029200"/>
                  <a:gd name="connsiteX213" fmla="*/ 4419600 w 5029200"/>
                  <a:gd name="connsiteY213" fmla="*/ 3962400 h 5029200"/>
                  <a:gd name="connsiteX214" fmla="*/ 4419600 w 5029200"/>
                  <a:gd name="connsiteY214" fmla="*/ 4114800 h 5029200"/>
                  <a:gd name="connsiteX215" fmla="*/ 4572000 w 5029200"/>
                  <a:gd name="connsiteY215" fmla="*/ 4114800 h 5029200"/>
                  <a:gd name="connsiteX216" fmla="*/ 4724400 w 5029200"/>
                  <a:gd name="connsiteY216" fmla="*/ 4114800 h 5029200"/>
                  <a:gd name="connsiteX217" fmla="*/ 4876800 w 5029200"/>
                  <a:gd name="connsiteY217" fmla="*/ 4114800 h 5029200"/>
                  <a:gd name="connsiteX218" fmla="*/ 4876800 w 5029200"/>
                  <a:gd name="connsiteY218" fmla="*/ 4267200 h 5029200"/>
                  <a:gd name="connsiteX219" fmla="*/ 4876800 w 5029200"/>
                  <a:gd name="connsiteY219" fmla="*/ 4419600 h 5029200"/>
                  <a:gd name="connsiteX220" fmla="*/ 4876800 w 5029200"/>
                  <a:gd name="connsiteY220" fmla="*/ 4572000 h 5029200"/>
                  <a:gd name="connsiteX221" fmla="*/ 4724400 w 5029200"/>
                  <a:gd name="connsiteY221" fmla="*/ 4572000 h 5029200"/>
                  <a:gd name="connsiteX222" fmla="*/ 4724400 w 5029200"/>
                  <a:gd name="connsiteY222" fmla="*/ 4419600 h 5029200"/>
                  <a:gd name="connsiteX223" fmla="*/ 4724400 w 5029200"/>
                  <a:gd name="connsiteY223" fmla="*/ 4267200 h 5029200"/>
                  <a:gd name="connsiteX224" fmla="*/ 4572000 w 5029200"/>
                  <a:gd name="connsiteY224" fmla="*/ 4267200 h 5029200"/>
                  <a:gd name="connsiteX225" fmla="*/ 4419600 w 5029200"/>
                  <a:gd name="connsiteY225" fmla="*/ 4267200 h 5029200"/>
                  <a:gd name="connsiteX226" fmla="*/ 4419600 w 5029200"/>
                  <a:gd name="connsiteY226" fmla="*/ 4419600 h 5029200"/>
                  <a:gd name="connsiteX227" fmla="*/ 4267200 w 5029200"/>
                  <a:gd name="connsiteY227" fmla="*/ 4419600 h 5029200"/>
                  <a:gd name="connsiteX228" fmla="*/ 4267200 w 5029200"/>
                  <a:gd name="connsiteY228" fmla="*/ 4572000 h 5029200"/>
                  <a:gd name="connsiteX229" fmla="*/ 4114800 w 5029200"/>
                  <a:gd name="connsiteY229" fmla="*/ 4572000 h 5029200"/>
                  <a:gd name="connsiteX230" fmla="*/ 4114800 w 5029200"/>
                  <a:gd name="connsiteY230" fmla="*/ 4419600 h 5029200"/>
                  <a:gd name="connsiteX231" fmla="*/ 3962400 w 5029200"/>
                  <a:gd name="connsiteY231" fmla="*/ 4419600 h 5029200"/>
                  <a:gd name="connsiteX232" fmla="*/ 3962400 w 5029200"/>
                  <a:gd name="connsiteY232" fmla="*/ 4572000 h 5029200"/>
                  <a:gd name="connsiteX233" fmla="*/ 3810000 w 5029200"/>
                  <a:gd name="connsiteY233" fmla="*/ 4572000 h 5029200"/>
                  <a:gd name="connsiteX234" fmla="*/ 3657600 w 5029200"/>
                  <a:gd name="connsiteY234" fmla="*/ 4572000 h 5029200"/>
                  <a:gd name="connsiteX235" fmla="*/ 3657600 w 5029200"/>
                  <a:gd name="connsiteY235" fmla="*/ 4419600 h 5029200"/>
                  <a:gd name="connsiteX236" fmla="*/ 3505200 w 5029200"/>
                  <a:gd name="connsiteY236" fmla="*/ 4419600 h 5029200"/>
                  <a:gd name="connsiteX237" fmla="*/ 3505200 w 5029200"/>
                  <a:gd name="connsiteY237" fmla="*/ 4572000 h 5029200"/>
                  <a:gd name="connsiteX238" fmla="*/ 3352800 w 5029200"/>
                  <a:gd name="connsiteY238" fmla="*/ 4572000 h 5029200"/>
                  <a:gd name="connsiteX239" fmla="*/ 3200400 w 5029200"/>
                  <a:gd name="connsiteY239" fmla="*/ 4572000 h 5029200"/>
                  <a:gd name="connsiteX240" fmla="*/ 3200400 w 5029200"/>
                  <a:gd name="connsiteY240" fmla="*/ 4724400 h 5029200"/>
                  <a:gd name="connsiteX241" fmla="*/ 3200400 w 5029200"/>
                  <a:gd name="connsiteY241" fmla="*/ 4876800 h 5029200"/>
                  <a:gd name="connsiteX242" fmla="*/ 3200400 w 5029200"/>
                  <a:gd name="connsiteY242" fmla="*/ 5029200 h 5029200"/>
                  <a:gd name="connsiteX243" fmla="*/ 3048000 w 5029200"/>
                  <a:gd name="connsiteY243" fmla="*/ 5029200 h 5029200"/>
                  <a:gd name="connsiteX244" fmla="*/ 2895600 w 5029200"/>
                  <a:gd name="connsiteY244" fmla="*/ 5029200 h 5029200"/>
                  <a:gd name="connsiteX245" fmla="*/ 2895600 w 5029200"/>
                  <a:gd name="connsiteY245" fmla="*/ 4876800 h 5029200"/>
                  <a:gd name="connsiteX246" fmla="*/ 3048000 w 5029200"/>
                  <a:gd name="connsiteY246" fmla="*/ 4876800 h 5029200"/>
                  <a:gd name="connsiteX247" fmla="*/ 3048000 w 5029200"/>
                  <a:gd name="connsiteY247" fmla="*/ 4724400 h 5029200"/>
                  <a:gd name="connsiteX248" fmla="*/ 3048000 w 5029200"/>
                  <a:gd name="connsiteY248" fmla="*/ 4572000 h 5029200"/>
                  <a:gd name="connsiteX249" fmla="*/ 2895600 w 5029200"/>
                  <a:gd name="connsiteY249" fmla="*/ 4572000 h 5029200"/>
                  <a:gd name="connsiteX250" fmla="*/ 2895600 w 5029200"/>
                  <a:gd name="connsiteY250" fmla="*/ 4419600 h 5029200"/>
                  <a:gd name="connsiteX251" fmla="*/ 2743200 w 5029200"/>
                  <a:gd name="connsiteY251" fmla="*/ 4419600 h 5029200"/>
                  <a:gd name="connsiteX252" fmla="*/ 2743200 w 5029200"/>
                  <a:gd name="connsiteY252" fmla="*/ 4572000 h 5029200"/>
                  <a:gd name="connsiteX253" fmla="*/ 2743200 w 5029200"/>
                  <a:gd name="connsiteY253" fmla="*/ 4724400 h 5029200"/>
                  <a:gd name="connsiteX254" fmla="*/ 2895600 w 5029200"/>
                  <a:gd name="connsiteY254" fmla="*/ 4724400 h 5029200"/>
                  <a:gd name="connsiteX255" fmla="*/ 2895600 w 5029200"/>
                  <a:gd name="connsiteY255" fmla="*/ 4876800 h 5029200"/>
                  <a:gd name="connsiteX256" fmla="*/ 2743200 w 5029200"/>
                  <a:gd name="connsiteY256" fmla="*/ 4876800 h 5029200"/>
                  <a:gd name="connsiteX257" fmla="*/ 2590800 w 5029200"/>
                  <a:gd name="connsiteY257" fmla="*/ 4876800 h 5029200"/>
                  <a:gd name="connsiteX258" fmla="*/ 2438400 w 5029200"/>
                  <a:gd name="connsiteY258" fmla="*/ 4876800 h 5029200"/>
                  <a:gd name="connsiteX259" fmla="*/ 2438400 w 5029200"/>
                  <a:gd name="connsiteY259" fmla="*/ 4724400 h 5029200"/>
                  <a:gd name="connsiteX260" fmla="*/ 2590800 w 5029200"/>
                  <a:gd name="connsiteY260" fmla="*/ 4724400 h 5029200"/>
                  <a:gd name="connsiteX261" fmla="*/ 2590800 w 5029200"/>
                  <a:gd name="connsiteY261" fmla="*/ 4572000 h 5029200"/>
                  <a:gd name="connsiteX262" fmla="*/ 2438400 w 5029200"/>
                  <a:gd name="connsiteY262" fmla="*/ 4572000 h 5029200"/>
                  <a:gd name="connsiteX263" fmla="*/ 2438400 w 5029200"/>
                  <a:gd name="connsiteY263" fmla="*/ 4419600 h 5029200"/>
                  <a:gd name="connsiteX264" fmla="*/ 2286000 w 5029200"/>
                  <a:gd name="connsiteY264" fmla="*/ 4419600 h 5029200"/>
                  <a:gd name="connsiteX265" fmla="*/ 2286000 w 5029200"/>
                  <a:gd name="connsiteY265" fmla="*/ 4572000 h 5029200"/>
                  <a:gd name="connsiteX266" fmla="*/ 2286000 w 5029200"/>
                  <a:gd name="connsiteY266" fmla="*/ 4724400 h 5029200"/>
                  <a:gd name="connsiteX267" fmla="*/ 2286000 w 5029200"/>
                  <a:gd name="connsiteY267" fmla="*/ 4876800 h 5029200"/>
                  <a:gd name="connsiteX268" fmla="*/ 2438400 w 5029200"/>
                  <a:gd name="connsiteY268" fmla="*/ 4876800 h 5029200"/>
                  <a:gd name="connsiteX269" fmla="*/ 2438400 w 5029200"/>
                  <a:gd name="connsiteY269" fmla="*/ 5029200 h 5029200"/>
                  <a:gd name="connsiteX270" fmla="*/ 2286000 w 5029200"/>
                  <a:gd name="connsiteY270" fmla="*/ 5029200 h 5029200"/>
                  <a:gd name="connsiteX271" fmla="*/ 2133600 w 5029200"/>
                  <a:gd name="connsiteY271" fmla="*/ 5029200 h 5029200"/>
                  <a:gd name="connsiteX272" fmla="*/ 1981200 w 5029200"/>
                  <a:gd name="connsiteY272" fmla="*/ 5029200 h 5029200"/>
                  <a:gd name="connsiteX273" fmla="*/ 1828800 w 5029200"/>
                  <a:gd name="connsiteY273" fmla="*/ 5029200 h 5029200"/>
                  <a:gd name="connsiteX274" fmla="*/ 1676400 w 5029200"/>
                  <a:gd name="connsiteY274" fmla="*/ 5029200 h 5029200"/>
                  <a:gd name="connsiteX275" fmla="*/ 1524000 w 5029200"/>
                  <a:gd name="connsiteY275" fmla="*/ 5029200 h 5029200"/>
                  <a:gd name="connsiteX276" fmla="*/ 1371600 w 5029200"/>
                  <a:gd name="connsiteY276" fmla="*/ 5029200 h 5029200"/>
                  <a:gd name="connsiteX277" fmla="*/ 1371600 w 5029200"/>
                  <a:gd name="connsiteY277" fmla="*/ 4876800 h 5029200"/>
                  <a:gd name="connsiteX278" fmla="*/ 1371600 w 5029200"/>
                  <a:gd name="connsiteY278" fmla="*/ 4724400 h 5029200"/>
                  <a:gd name="connsiteX279" fmla="*/ 1524000 w 5029200"/>
                  <a:gd name="connsiteY279" fmla="*/ 4724400 h 5029200"/>
                  <a:gd name="connsiteX280" fmla="*/ 1524000 w 5029200"/>
                  <a:gd name="connsiteY280" fmla="*/ 4876800 h 5029200"/>
                  <a:gd name="connsiteX281" fmla="*/ 1676400 w 5029200"/>
                  <a:gd name="connsiteY281" fmla="*/ 4876800 h 5029200"/>
                  <a:gd name="connsiteX282" fmla="*/ 1828800 w 5029200"/>
                  <a:gd name="connsiteY282" fmla="*/ 4876800 h 5029200"/>
                  <a:gd name="connsiteX283" fmla="*/ 1981200 w 5029200"/>
                  <a:gd name="connsiteY283" fmla="*/ 4876800 h 5029200"/>
                  <a:gd name="connsiteX284" fmla="*/ 1981200 w 5029200"/>
                  <a:gd name="connsiteY284" fmla="*/ 4724400 h 5029200"/>
                  <a:gd name="connsiteX285" fmla="*/ 2133600 w 5029200"/>
                  <a:gd name="connsiteY285" fmla="*/ 4724400 h 5029200"/>
                  <a:gd name="connsiteX286" fmla="*/ 2133600 w 5029200"/>
                  <a:gd name="connsiteY286" fmla="*/ 4572000 h 5029200"/>
                  <a:gd name="connsiteX287" fmla="*/ 2133600 w 5029200"/>
                  <a:gd name="connsiteY287" fmla="*/ 4419600 h 5029200"/>
                  <a:gd name="connsiteX288" fmla="*/ 1981200 w 5029200"/>
                  <a:gd name="connsiteY288" fmla="*/ 4419600 h 5029200"/>
                  <a:gd name="connsiteX289" fmla="*/ 1828800 w 5029200"/>
                  <a:gd name="connsiteY289" fmla="*/ 4419600 h 5029200"/>
                  <a:gd name="connsiteX290" fmla="*/ 1828800 w 5029200"/>
                  <a:gd name="connsiteY290" fmla="*/ 4572000 h 5029200"/>
                  <a:gd name="connsiteX291" fmla="*/ 1676400 w 5029200"/>
                  <a:gd name="connsiteY291" fmla="*/ 4572000 h 5029200"/>
                  <a:gd name="connsiteX292" fmla="*/ 1676400 w 5029200"/>
                  <a:gd name="connsiteY292" fmla="*/ 4419600 h 5029200"/>
                  <a:gd name="connsiteX293" fmla="*/ 1676400 w 5029200"/>
                  <a:gd name="connsiteY293" fmla="*/ 4267200 h 5029200"/>
                  <a:gd name="connsiteX294" fmla="*/ 1828800 w 5029200"/>
                  <a:gd name="connsiteY294" fmla="*/ 4267200 h 5029200"/>
                  <a:gd name="connsiteX295" fmla="*/ 1828800 w 5029200"/>
                  <a:gd name="connsiteY295" fmla="*/ 4114800 h 5029200"/>
                  <a:gd name="connsiteX296" fmla="*/ 1981200 w 5029200"/>
                  <a:gd name="connsiteY296" fmla="*/ 4114800 h 5029200"/>
                  <a:gd name="connsiteX297" fmla="*/ 1981200 w 5029200"/>
                  <a:gd name="connsiteY297" fmla="*/ 4267200 h 5029200"/>
                  <a:gd name="connsiteX298" fmla="*/ 2133600 w 5029200"/>
                  <a:gd name="connsiteY298" fmla="*/ 4267200 h 5029200"/>
                  <a:gd name="connsiteX299" fmla="*/ 2133600 w 5029200"/>
                  <a:gd name="connsiteY299" fmla="*/ 4114800 h 5029200"/>
                  <a:gd name="connsiteX300" fmla="*/ 1981200 w 5029200"/>
                  <a:gd name="connsiteY300" fmla="*/ 4114800 h 5029200"/>
                  <a:gd name="connsiteX301" fmla="*/ 1981200 w 5029200"/>
                  <a:gd name="connsiteY301" fmla="*/ 3962400 h 5029200"/>
                  <a:gd name="connsiteX302" fmla="*/ 1828800 w 5029200"/>
                  <a:gd name="connsiteY302" fmla="*/ 3962400 h 5029200"/>
                  <a:gd name="connsiteX303" fmla="*/ 1676400 w 5029200"/>
                  <a:gd name="connsiteY303" fmla="*/ 3962400 h 5029200"/>
                  <a:gd name="connsiteX304" fmla="*/ 1524000 w 5029200"/>
                  <a:gd name="connsiteY304" fmla="*/ 3962400 h 5029200"/>
                  <a:gd name="connsiteX305" fmla="*/ 1524000 w 5029200"/>
                  <a:gd name="connsiteY305" fmla="*/ 4114800 h 5029200"/>
                  <a:gd name="connsiteX306" fmla="*/ 1524000 w 5029200"/>
                  <a:gd name="connsiteY306" fmla="*/ 4267200 h 5029200"/>
                  <a:gd name="connsiteX307" fmla="*/ 1371600 w 5029200"/>
                  <a:gd name="connsiteY307" fmla="*/ 4267200 h 5029200"/>
                  <a:gd name="connsiteX308" fmla="*/ 1371600 w 5029200"/>
                  <a:gd name="connsiteY308" fmla="*/ 4114800 h 5029200"/>
                  <a:gd name="connsiteX309" fmla="*/ 1219200 w 5029200"/>
                  <a:gd name="connsiteY309" fmla="*/ 4114800 h 5029200"/>
                  <a:gd name="connsiteX310" fmla="*/ 1219200 w 5029200"/>
                  <a:gd name="connsiteY310" fmla="*/ 3962400 h 5029200"/>
                  <a:gd name="connsiteX311" fmla="*/ 1219200 w 5029200"/>
                  <a:gd name="connsiteY311" fmla="*/ 3810000 h 5029200"/>
                  <a:gd name="connsiteX312" fmla="*/ 1066800 w 5029200"/>
                  <a:gd name="connsiteY312" fmla="*/ 3810000 h 5029200"/>
                  <a:gd name="connsiteX313" fmla="*/ 914400 w 5029200"/>
                  <a:gd name="connsiteY313" fmla="*/ 3810000 h 5029200"/>
                  <a:gd name="connsiteX314" fmla="*/ 762000 w 5029200"/>
                  <a:gd name="connsiteY314" fmla="*/ 3810000 h 5029200"/>
                  <a:gd name="connsiteX315" fmla="*/ 762000 w 5029200"/>
                  <a:gd name="connsiteY315" fmla="*/ 3657600 h 5029200"/>
                  <a:gd name="connsiteX316" fmla="*/ 914400 w 5029200"/>
                  <a:gd name="connsiteY316" fmla="*/ 3657600 h 5029200"/>
                  <a:gd name="connsiteX317" fmla="*/ 1066800 w 5029200"/>
                  <a:gd name="connsiteY317" fmla="*/ 3657600 h 5029200"/>
                  <a:gd name="connsiteX318" fmla="*/ 1066800 w 5029200"/>
                  <a:gd name="connsiteY318" fmla="*/ 3505200 h 5029200"/>
                  <a:gd name="connsiteX319" fmla="*/ 914400 w 5029200"/>
                  <a:gd name="connsiteY319" fmla="*/ 3505200 h 5029200"/>
                  <a:gd name="connsiteX320" fmla="*/ 762000 w 5029200"/>
                  <a:gd name="connsiteY320" fmla="*/ 3505200 h 5029200"/>
                  <a:gd name="connsiteX321" fmla="*/ 762000 w 5029200"/>
                  <a:gd name="connsiteY321" fmla="*/ 3352800 h 5029200"/>
                  <a:gd name="connsiteX322" fmla="*/ 914400 w 5029200"/>
                  <a:gd name="connsiteY322" fmla="*/ 3352800 h 5029200"/>
                  <a:gd name="connsiteX323" fmla="*/ 1066800 w 5029200"/>
                  <a:gd name="connsiteY323" fmla="*/ 3352800 h 5029200"/>
                  <a:gd name="connsiteX324" fmla="*/ 1066800 w 5029200"/>
                  <a:gd name="connsiteY324" fmla="*/ 3200400 h 5029200"/>
                  <a:gd name="connsiteX325" fmla="*/ 914400 w 5029200"/>
                  <a:gd name="connsiteY325" fmla="*/ 3200400 h 5029200"/>
                  <a:gd name="connsiteX326" fmla="*/ 762000 w 5029200"/>
                  <a:gd name="connsiteY326" fmla="*/ 3200400 h 5029200"/>
                  <a:gd name="connsiteX327" fmla="*/ 609600 w 5029200"/>
                  <a:gd name="connsiteY327" fmla="*/ 3200400 h 5029200"/>
                  <a:gd name="connsiteX328" fmla="*/ 609600 w 5029200"/>
                  <a:gd name="connsiteY328" fmla="*/ 3352800 h 5029200"/>
                  <a:gd name="connsiteX329" fmla="*/ 609600 w 5029200"/>
                  <a:gd name="connsiteY329" fmla="*/ 3505200 h 5029200"/>
                  <a:gd name="connsiteX330" fmla="*/ 457200 w 5029200"/>
                  <a:gd name="connsiteY330" fmla="*/ 3505200 h 5029200"/>
                  <a:gd name="connsiteX331" fmla="*/ 457200 w 5029200"/>
                  <a:gd name="connsiteY331" fmla="*/ 3352800 h 5029200"/>
                  <a:gd name="connsiteX332" fmla="*/ 457200 w 5029200"/>
                  <a:gd name="connsiteY332" fmla="*/ 3200400 h 5029200"/>
                  <a:gd name="connsiteX333" fmla="*/ 304800 w 5029200"/>
                  <a:gd name="connsiteY333" fmla="*/ 3200400 h 5029200"/>
                  <a:gd name="connsiteX334" fmla="*/ 304800 w 5029200"/>
                  <a:gd name="connsiteY334" fmla="*/ 3048000 h 5029200"/>
                  <a:gd name="connsiteX335" fmla="*/ 457200 w 5029200"/>
                  <a:gd name="connsiteY335" fmla="*/ 3048000 h 5029200"/>
                  <a:gd name="connsiteX336" fmla="*/ 457200 w 5029200"/>
                  <a:gd name="connsiteY336" fmla="*/ 2895600 h 5029200"/>
                  <a:gd name="connsiteX337" fmla="*/ 609600 w 5029200"/>
                  <a:gd name="connsiteY337" fmla="*/ 2895600 h 5029200"/>
                  <a:gd name="connsiteX338" fmla="*/ 609600 w 5029200"/>
                  <a:gd name="connsiteY338" fmla="*/ 2743200 h 5029200"/>
                  <a:gd name="connsiteX339" fmla="*/ 457200 w 5029200"/>
                  <a:gd name="connsiteY339" fmla="*/ 2743200 h 5029200"/>
                  <a:gd name="connsiteX340" fmla="*/ 457200 w 5029200"/>
                  <a:gd name="connsiteY340" fmla="*/ 2590800 h 5029200"/>
                  <a:gd name="connsiteX341" fmla="*/ 457200 w 5029200"/>
                  <a:gd name="connsiteY341" fmla="*/ 2438400 h 5029200"/>
                  <a:gd name="connsiteX342" fmla="*/ 609600 w 5029200"/>
                  <a:gd name="connsiteY342" fmla="*/ 2438400 h 5029200"/>
                  <a:gd name="connsiteX343" fmla="*/ 609600 w 5029200"/>
                  <a:gd name="connsiteY343" fmla="*/ 2286000 h 5029200"/>
                  <a:gd name="connsiteX344" fmla="*/ 457200 w 5029200"/>
                  <a:gd name="connsiteY344" fmla="*/ 2286000 h 5029200"/>
                  <a:gd name="connsiteX345" fmla="*/ 457200 w 5029200"/>
                  <a:gd name="connsiteY345" fmla="*/ 2133600 h 5029200"/>
                  <a:gd name="connsiteX346" fmla="*/ 457200 w 5029200"/>
                  <a:gd name="connsiteY346" fmla="*/ 1981200 h 5029200"/>
                  <a:gd name="connsiteX347" fmla="*/ 457200 w 5029200"/>
                  <a:gd name="connsiteY347" fmla="*/ 1828800 h 5029200"/>
                  <a:gd name="connsiteX348" fmla="*/ 304800 w 5029200"/>
                  <a:gd name="connsiteY348" fmla="*/ 1828800 h 5029200"/>
                  <a:gd name="connsiteX349" fmla="*/ 304800 w 5029200"/>
                  <a:gd name="connsiteY349" fmla="*/ 1676400 h 5029200"/>
                  <a:gd name="connsiteX350" fmla="*/ 609600 w 5029200"/>
                  <a:gd name="connsiteY350" fmla="*/ 3505200 h 5029200"/>
                  <a:gd name="connsiteX351" fmla="*/ 762000 w 5029200"/>
                  <a:gd name="connsiteY351" fmla="*/ 3505200 h 5029200"/>
                  <a:gd name="connsiteX352" fmla="*/ 762000 w 5029200"/>
                  <a:gd name="connsiteY352" fmla="*/ 3657600 h 5029200"/>
                  <a:gd name="connsiteX353" fmla="*/ 609600 w 5029200"/>
                  <a:gd name="connsiteY353" fmla="*/ 3657600 h 5029200"/>
                  <a:gd name="connsiteX354" fmla="*/ 609600 w 5029200"/>
                  <a:gd name="connsiteY354" fmla="*/ 3505200 h 5029200"/>
                  <a:gd name="connsiteX355" fmla="*/ 914400 w 5029200"/>
                  <a:gd name="connsiteY355" fmla="*/ 1219200 h 5029200"/>
                  <a:gd name="connsiteX356" fmla="*/ 1066800 w 5029200"/>
                  <a:gd name="connsiteY356" fmla="*/ 1219200 h 5029200"/>
                  <a:gd name="connsiteX357" fmla="*/ 1219200 w 5029200"/>
                  <a:gd name="connsiteY357" fmla="*/ 1219200 h 5029200"/>
                  <a:gd name="connsiteX358" fmla="*/ 1219200 w 5029200"/>
                  <a:gd name="connsiteY358" fmla="*/ 1371600 h 5029200"/>
                  <a:gd name="connsiteX359" fmla="*/ 1066800 w 5029200"/>
                  <a:gd name="connsiteY359" fmla="*/ 1371600 h 5029200"/>
                  <a:gd name="connsiteX360" fmla="*/ 914400 w 5029200"/>
                  <a:gd name="connsiteY360" fmla="*/ 1371600 h 5029200"/>
                  <a:gd name="connsiteX361" fmla="*/ 914400 w 5029200"/>
                  <a:gd name="connsiteY361" fmla="*/ 1219200 h 5029200"/>
                  <a:gd name="connsiteX362" fmla="*/ 914400 w 5029200"/>
                  <a:gd name="connsiteY362" fmla="*/ 1828800 h 5029200"/>
                  <a:gd name="connsiteX363" fmla="*/ 1066800 w 5029200"/>
                  <a:gd name="connsiteY363" fmla="*/ 1828800 h 5029200"/>
                  <a:gd name="connsiteX364" fmla="*/ 1066800 w 5029200"/>
                  <a:gd name="connsiteY364" fmla="*/ 1981200 h 5029200"/>
                  <a:gd name="connsiteX365" fmla="*/ 914400 w 5029200"/>
                  <a:gd name="connsiteY365" fmla="*/ 1981200 h 5029200"/>
                  <a:gd name="connsiteX366" fmla="*/ 914400 w 5029200"/>
                  <a:gd name="connsiteY366" fmla="*/ 1828800 h 5029200"/>
                  <a:gd name="connsiteX367" fmla="*/ 1219200 w 5029200"/>
                  <a:gd name="connsiteY367" fmla="*/ 2438400 h 5029200"/>
                  <a:gd name="connsiteX368" fmla="*/ 1219200 w 5029200"/>
                  <a:gd name="connsiteY368" fmla="*/ 2590800 h 5029200"/>
                  <a:gd name="connsiteX369" fmla="*/ 1371600 w 5029200"/>
                  <a:gd name="connsiteY369" fmla="*/ 2590800 h 5029200"/>
                  <a:gd name="connsiteX370" fmla="*/ 1371600 w 5029200"/>
                  <a:gd name="connsiteY370" fmla="*/ 2438400 h 5029200"/>
                  <a:gd name="connsiteX371" fmla="*/ 1219200 w 5029200"/>
                  <a:gd name="connsiteY371" fmla="*/ 2438400 h 5029200"/>
                  <a:gd name="connsiteX372" fmla="*/ 1219200 w 5029200"/>
                  <a:gd name="connsiteY372" fmla="*/ 304800 h 5029200"/>
                  <a:gd name="connsiteX373" fmla="*/ 1371600 w 5029200"/>
                  <a:gd name="connsiteY373" fmla="*/ 304800 h 5029200"/>
                  <a:gd name="connsiteX374" fmla="*/ 1371600 w 5029200"/>
                  <a:gd name="connsiteY374" fmla="*/ 152400 h 5029200"/>
                  <a:gd name="connsiteX375" fmla="*/ 1524000 w 5029200"/>
                  <a:gd name="connsiteY375" fmla="*/ 152400 h 5029200"/>
                  <a:gd name="connsiteX376" fmla="*/ 1676400 w 5029200"/>
                  <a:gd name="connsiteY376" fmla="*/ 152400 h 5029200"/>
                  <a:gd name="connsiteX377" fmla="*/ 1676400 w 5029200"/>
                  <a:gd name="connsiteY377" fmla="*/ 0 h 5029200"/>
                  <a:gd name="connsiteX378" fmla="*/ 1828800 w 5029200"/>
                  <a:gd name="connsiteY378" fmla="*/ 0 h 5029200"/>
                  <a:gd name="connsiteX379" fmla="*/ 1828800 w 5029200"/>
                  <a:gd name="connsiteY379" fmla="*/ 152400 h 5029200"/>
                  <a:gd name="connsiteX380" fmla="*/ 1828800 w 5029200"/>
                  <a:gd name="connsiteY380" fmla="*/ 304800 h 5029200"/>
                  <a:gd name="connsiteX381" fmla="*/ 1981200 w 5029200"/>
                  <a:gd name="connsiteY381" fmla="*/ 304800 h 5029200"/>
                  <a:gd name="connsiteX382" fmla="*/ 2133600 w 5029200"/>
                  <a:gd name="connsiteY382" fmla="*/ 304800 h 5029200"/>
                  <a:gd name="connsiteX383" fmla="*/ 2133600 w 5029200"/>
                  <a:gd name="connsiteY383" fmla="*/ 457200 h 5029200"/>
                  <a:gd name="connsiteX384" fmla="*/ 1981200 w 5029200"/>
                  <a:gd name="connsiteY384" fmla="*/ 457200 h 5029200"/>
                  <a:gd name="connsiteX385" fmla="*/ 1981200 w 5029200"/>
                  <a:gd name="connsiteY385" fmla="*/ 609600 h 5029200"/>
                  <a:gd name="connsiteX386" fmla="*/ 1828800 w 5029200"/>
                  <a:gd name="connsiteY386" fmla="*/ 609600 h 5029200"/>
                  <a:gd name="connsiteX387" fmla="*/ 1828800 w 5029200"/>
                  <a:gd name="connsiteY387" fmla="*/ 457200 h 5029200"/>
                  <a:gd name="connsiteX388" fmla="*/ 1676400 w 5029200"/>
                  <a:gd name="connsiteY388" fmla="*/ 457200 h 5029200"/>
                  <a:gd name="connsiteX389" fmla="*/ 1524000 w 5029200"/>
                  <a:gd name="connsiteY389" fmla="*/ 457200 h 5029200"/>
                  <a:gd name="connsiteX390" fmla="*/ 1371600 w 5029200"/>
                  <a:gd name="connsiteY390" fmla="*/ 457200 h 5029200"/>
                  <a:gd name="connsiteX391" fmla="*/ 1371600 w 5029200"/>
                  <a:gd name="connsiteY391" fmla="*/ 609600 h 5029200"/>
                  <a:gd name="connsiteX392" fmla="*/ 1219200 w 5029200"/>
                  <a:gd name="connsiteY392" fmla="*/ 609600 h 5029200"/>
                  <a:gd name="connsiteX393" fmla="*/ 1219200 w 5029200"/>
                  <a:gd name="connsiteY393" fmla="*/ 457200 h 5029200"/>
                  <a:gd name="connsiteX394" fmla="*/ 1219200 w 5029200"/>
                  <a:gd name="connsiteY394" fmla="*/ 304800 h 5029200"/>
                  <a:gd name="connsiteX395" fmla="*/ 1219200 w 5029200"/>
                  <a:gd name="connsiteY395" fmla="*/ 914400 h 5029200"/>
                  <a:gd name="connsiteX396" fmla="*/ 1371600 w 5029200"/>
                  <a:gd name="connsiteY396" fmla="*/ 914400 h 5029200"/>
                  <a:gd name="connsiteX397" fmla="*/ 1371600 w 5029200"/>
                  <a:gd name="connsiteY397" fmla="*/ 1066800 h 5029200"/>
                  <a:gd name="connsiteX398" fmla="*/ 1219200 w 5029200"/>
                  <a:gd name="connsiteY398" fmla="*/ 1066800 h 5029200"/>
                  <a:gd name="connsiteX399" fmla="*/ 1219200 w 5029200"/>
                  <a:gd name="connsiteY399" fmla="*/ 914400 h 5029200"/>
                  <a:gd name="connsiteX400" fmla="*/ 1219200 w 5029200"/>
                  <a:gd name="connsiteY400" fmla="*/ 1371600 h 5029200"/>
                  <a:gd name="connsiteX401" fmla="*/ 1371600 w 5029200"/>
                  <a:gd name="connsiteY401" fmla="*/ 1371600 h 5029200"/>
                  <a:gd name="connsiteX402" fmla="*/ 1371600 w 5029200"/>
                  <a:gd name="connsiteY402" fmla="*/ 1219200 h 5029200"/>
                  <a:gd name="connsiteX403" fmla="*/ 1371600 w 5029200"/>
                  <a:gd name="connsiteY403" fmla="*/ 1066800 h 5029200"/>
                  <a:gd name="connsiteX404" fmla="*/ 1524000 w 5029200"/>
                  <a:gd name="connsiteY404" fmla="*/ 1066800 h 5029200"/>
                  <a:gd name="connsiteX405" fmla="*/ 1524000 w 5029200"/>
                  <a:gd name="connsiteY405" fmla="*/ 914400 h 5029200"/>
                  <a:gd name="connsiteX406" fmla="*/ 1371600 w 5029200"/>
                  <a:gd name="connsiteY406" fmla="*/ 914400 h 5029200"/>
                  <a:gd name="connsiteX407" fmla="*/ 1371600 w 5029200"/>
                  <a:gd name="connsiteY407" fmla="*/ 762000 h 5029200"/>
                  <a:gd name="connsiteX408" fmla="*/ 1524000 w 5029200"/>
                  <a:gd name="connsiteY408" fmla="*/ 762000 h 5029200"/>
                  <a:gd name="connsiteX409" fmla="*/ 1524000 w 5029200"/>
                  <a:gd name="connsiteY409" fmla="*/ 609600 h 5029200"/>
                  <a:gd name="connsiteX410" fmla="*/ 1676400 w 5029200"/>
                  <a:gd name="connsiteY410" fmla="*/ 609600 h 5029200"/>
                  <a:gd name="connsiteX411" fmla="*/ 1676400 w 5029200"/>
                  <a:gd name="connsiteY411" fmla="*/ 762000 h 5029200"/>
                  <a:gd name="connsiteX412" fmla="*/ 1676400 w 5029200"/>
                  <a:gd name="connsiteY412" fmla="*/ 914400 h 5029200"/>
                  <a:gd name="connsiteX413" fmla="*/ 1676400 w 5029200"/>
                  <a:gd name="connsiteY413" fmla="*/ 1066800 h 5029200"/>
                  <a:gd name="connsiteX414" fmla="*/ 1828800 w 5029200"/>
                  <a:gd name="connsiteY414" fmla="*/ 1066800 h 5029200"/>
                  <a:gd name="connsiteX415" fmla="*/ 1828800 w 5029200"/>
                  <a:gd name="connsiteY415" fmla="*/ 1219200 h 5029200"/>
                  <a:gd name="connsiteX416" fmla="*/ 1676400 w 5029200"/>
                  <a:gd name="connsiteY416" fmla="*/ 1219200 h 5029200"/>
                  <a:gd name="connsiteX417" fmla="*/ 1676400 w 5029200"/>
                  <a:gd name="connsiteY417" fmla="*/ 1371600 h 5029200"/>
                  <a:gd name="connsiteX418" fmla="*/ 1524000 w 5029200"/>
                  <a:gd name="connsiteY418" fmla="*/ 1371600 h 5029200"/>
                  <a:gd name="connsiteX419" fmla="*/ 1524000 w 5029200"/>
                  <a:gd name="connsiteY419" fmla="*/ 1524000 h 5029200"/>
                  <a:gd name="connsiteX420" fmla="*/ 1371600 w 5029200"/>
                  <a:gd name="connsiteY420" fmla="*/ 1524000 h 5029200"/>
                  <a:gd name="connsiteX421" fmla="*/ 1371600 w 5029200"/>
                  <a:gd name="connsiteY421" fmla="*/ 1676400 h 5029200"/>
                  <a:gd name="connsiteX422" fmla="*/ 1219200 w 5029200"/>
                  <a:gd name="connsiteY422" fmla="*/ 1676400 h 5029200"/>
                  <a:gd name="connsiteX423" fmla="*/ 1219200 w 5029200"/>
                  <a:gd name="connsiteY423" fmla="*/ 1524000 h 5029200"/>
                  <a:gd name="connsiteX424" fmla="*/ 1219200 w 5029200"/>
                  <a:gd name="connsiteY424" fmla="*/ 1371600 h 5029200"/>
                  <a:gd name="connsiteX425" fmla="*/ 1219200 w 5029200"/>
                  <a:gd name="connsiteY425" fmla="*/ 1828800 h 5029200"/>
                  <a:gd name="connsiteX426" fmla="*/ 1371600 w 5029200"/>
                  <a:gd name="connsiteY426" fmla="*/ 1828800 h 5029200"/>
                  <a:gd name="connsiteX427" fmla="*/ 1371600 w 5029200"/>
                  <a:gd name="connsiteY427" fmla="*/ 1676400 h 5029200"/>
                  <a:gd name="connsiteX428" fmla="*/ 1524000 w 5029200"/>
                  <a:gd name="connsiteY428" fmla="*/ 1676400 h 5029200"/>
                  <a:gd name="connsiteX429" fmla="*/ 1524000 w 5029200"/>
                  <a:gd name="connsiteY429" fmla="*/ 1524000 h 5029200"/>
                  <a:gd name="connsiteX430" fmla="*/ 1676400 w 5029200"/>
                  <a:gd name="connsiteY430" fmla="*/ 1524000 h 5029200"/>
                  <a:gd name="connsiteX431" fmla="*/ 1676400 w 5029200"/>
                  <a:gd name="connsiteY431" fmla="*/ 1371600 h 5029200"/>
                  <a:gd name="connsiteX432" fmla="*/ 1828800 w 5029200"/>
                  <a:gd name="connsiteY432" fmla="*/ 1371600 h 5029200"/>
                  <a:gd name="connsiteX433" fmla="*/ 1828800 w 5029200"/>
                  <a:gd name="connsiteY433" fmla="*/ 1524000 h 5029200"/>
                  <a:gd name="connsiteX434" fmla="*/ 1981200 w 5029200"/>
                  <a:gd name="connsiteY434" fmla="*/ 1524000 h 5029200"/>
                  <a:gd name="connsiteX435" fmla="*/ 1981200 w 5029200"/>
                  <a:gd name="connsiteY435" fmla="*/ 1371600 h 5029200"/>
                  <a:gd name="connsiteX436" fmla="*/ 1981200 w 5029200"/>
                  <a:gd name="connsiteY436" fmla="*/ 1219200 h 5029200"/>
                  <a:gd name="connsiteX437" fmla="*/ 1981200 w 5029200"/>
                  <a:gd name="connsiteY437" fmla="*/ 1066800 h 5029200"/>
                  <a:gd name="connsiteX438" fmla="*/ 2133600 w 5029200"/>
                  <a:gd name="connsiteY438" fmla="*/ 1066800 h 5029200"/>
                  <a:gd name="connsiteX439" fmla="*/ 2133600 w 5029200"/>
                  <a:gd name="connsiteY439" fmla="*/ 1219200 h 5029200"/>
                  <a:gd name="connsiteX440" fmla="*/ 2133600 w 5029200"/>
                  <a:gd name="connsiteY440" fmla="*/ 1371600 h 5029200"/>
                  <a:gd name="connsiteX441" fmla="*/ 2286000 w 5029200"/>
                  <a:gd name="connsiteY441" fmla="*/ 1371600 h 5029200"/>
                  <a:gd name="connsiteX442" fmla="*/ 2286000 w 5029200"/>
                  <a:gd name="connsiteY442" fmla="*/ 1219200 h 5029200"/>
                  <a:gd name="connsiteX443" fmla="*/ 2286000 w 5029200"/>
                  <a:gd name="connsiteY443" fmla="*/ 1066800 h 5029200"/>
                  <a:gd name="connsiteX444" fmla="*/ 2438400 w 5029200"/>
                  <a:gd name="connsiteY444" fmla="*/ 1066800 h 5029200"/>
                  <a:gd name="connsiteX445" fmla="*/ 2438400 w 5029200"/>
                  <a:gd name="connsiteY445" fmla="*/ 1219200 h 5029200"/>
                  <a:gd name="connsiteX446" fmla="*/ 2590800 w 5029200"/>
                  <a:gd name="connsiteY446" fmla="*/ 1219200 h 5029200"/>
                  <a:gd name="connsiteX447" fmla="*/ 2590800 w 5029200"/>
                  <a:gd name="connsiteY447" fmla="*/ 1371600 h 5029200"/>
                  <a:gd name="connsiteX448" fmla="*/ 2743200 w 5029200"/>
                  <a:gd name="connsiteY448" fmla="*/ 1371600 h 5029200"/>
                  <a:gd name="connsiteX449" fmla="*/ 2743200 w 5029200"/>
                  <a:gd name="connsiteY449" fmla="*/ 1219200 h 5029200"/>
                  <a:gd name="connsiteX450" fmla="*/ 2895600 w 5029200"/>
                  <a:gd name="connsiteY450" fmla="*/ 1219200 h 5029200"/>
                  <a:gd name="connsiteX451" fmla="*/ 3048000 w 5029200"/>
                  <a:gd name="connsiteY451" fmla="*/ 1219200 h 5029200"/>
                  <a:gd name="connsiteX452" fmla="*/ 3048000 w 5029200"/>
                  <a:gd name="connsiteY452" fmla="*/ 1066800 h 5029200"/>
                  <a:gd name="connsiteX453" fmla="*/ 3048000 w 5029200"/>
                  <a:gd name="connsiteY453" fmla="*/ 914400 h 5029200"/>
                  <a:gd name="connsiteX454" fmla="*/ 3200400 w 5029200"/>
                  <a:gd name="connsiteY454" fmla="*/ 914400 h 5029200"/>
                  <a:gd name="connsiteX455" fmla="*/ 3200400 w 5029200"/>
                  <a:gd name="connsiteY455" fmla="*/ 1066800 h 5029200"/>
                  <a:gd name="connsiteX456" fmla="*/ 3200400 w 5029200"/>
                  <a:gd name="connsiteY456" fmla="*/ 1219200 h 5029200"/>
                  <a:gd name="connsiteX457" fmla="*/ 3200400 w 5029200"/>
                  <a:gd name="connsiteY457" fmla="*/ 1371600 h 5029200"/>
                  <a:gd name="connsiteX458" fmla="*/ 3200400 w 5029200"/>
                  <a:gd name="connsiteY458" fmla="*/ 1524000 h 5029200"/>
                  <a:gd name="connsiteX459" fmla="*/ 3352800 w 5029200"/>
                  <a:gd name="connsiteY459" fmla="*/ 1524000 h 5029200"/>
                  <a:gd name="connsiteX460" fmla="*/ 3352800 w 5029200"/>
                  <a:gd name="connsiteY460" fmla="*/ 1676400 h 5029200"/>
                  <a:gd name="connsiteX461" fmla="*/ 3200400 w 5029200"/>
                  <a:gd name="connsiteY461" fmla="*/ 1676400 h 5029200"/>
                  <a:gd name="connsiteX462" fmla="*/ 3048000 w 5029200"/>
                  <a:gd name="connsiteY462" fmla="*/ 1676400 h 5029200"/>
                  <a:gd name="connsiteX463" fmla="*/ 2895600 w 5029200"/>
                  <a:gd name="connsiteY463" fmla="*/ 1676400 h 5029200"/>
                  <a:gd name="connsiteX464" fmla="*/ 2743200 w 5029200"/>
                  <a:gd name="connsiteY464" fmla="*/ 1676400 h 5029200"/>
                  <a:gd name="connsiteX465" fmla="*/ 2743200 w 5029200"/>
                  <a:gd name="connsiteY465" fmla="*/ 1524000 h 5029200"/>
                  <a:gd name="connsiteX466" fmla="*/ 2590800 w 5029200"/>
                  <a:gd name="connsiteY466" fmla="*/ 1524000 h 5029200"/>
                  <a:gd name="connsiteX467" fmla="*/ 2590800 w 5029200"/>
                  <a:gd name="connsiteY467" fmla="*/ 1676400 h 5029200"/>
                  <a:gd name="connsiteX468" fmla="*/ 2743200 w 5029200"/>
                  <a:gd name="connsiteY468" fmla="*/ 1676400 h 5029200"/>
                  <a:gd name="connsiteX469" fmla="*/ 2743200 w 5029200"/>
                  <a:gd name="connsiteY469" fmla="*/ 1828800 h 5029200"/>
                  <a:gd name="connsiteX470" fmla="*/ 2590800 w 5029200"/>
                  <a:gd name="connsiteY470" fmla="*/ 1828800 h 5029200"/>
                  <a:gd name="connsiteX471" fmla="*/ 2438400 w 5029200"/>
                  <a:gd name="connsiteY471" fmla="*/ 1828800 h 5029200"/>
                  <a:gd name="connsiteX472" fmla="*/ 2438400 w 5029200"/>
                  <a:gd name="connsiteY472" fmla="*/ 1676400 h 5029200"/>
                  <a:gd name="connsiteX473" fmla="*/ 2438400 w 5029200"/>
                  <a:gd name="connsiteY473" fmla="*/ 1524000 h 5029200"/>
                  <a:gd name="connsiteX474" fmla="*/ 2286000 w 5029200"/>
                  <a:gd name="connsiteY474" fmla="*/ 1524000 h 5029200"/>
                  <a:gd name="connsiteX475" fmla="*/ 2133600 w 5029200"/>
                  <a:gd name="connsiteY475" fmla="*/ 1524000 h 5029200"/>
                  <a:gd name="connsiteX476" fmla="*/ 2133600 w 5029200"/>
                  <a:gd name="connsiteY476" fmla="*/ 1676400 h 5029200"/>
                  <a:gd name="connsiteX477" fmla="*/ 1981200 w 5029200"/>
                  <a:gd name="connsiteY477" fmla="*/ 1676400 h 5029200"/>
                  <a:gd name="connsiteX478" fmla="*/ 1981200 w 5029200"/>
                  <a:gd name="connsiteY478" fmla="*/ 1828800 h 5029200"/>
                  <a:gd name="connsiteX479" fmla="*/ 2133600 w 5029200"/>
                  <a:gd name="connsiteY479" fmla="*/ 1828800 h 5029200"/>
                  <a:gd name="connsiteX480" fmla="*/ 2286000 w 5029200"/>
                  <a:gd name="connsiteY480" fmla="*/ 1828800 h 5029200"/>
                  <a:gd name="connsiteX481" fmla="*/ 2286000 w 5029200"/>
                  <a:gd name="connsiteY481" fmla="*/ 1981200 h 5029200"/>
                  <a:gd name="connsiteX482" fmla="*/ 2438400 w 5029200"/>
                  <a:gd name="connsiteY482" fmla="*/ 1981200 h 5029200"/>
                  <a:gd name="connsiteX483" fmla="*/ 2438400 w 5029200"/>
                  <a:gd name="connsiteY483" fmla="*/ 2133600 h 5029200"/>
                  <a:gd name="connsiteX484" fmla="*/ 2286000 w 5029200"/>
                  <a:gd name="connsiteY484" fmla="*/ 2133600 h 5029200"/>
                  <a:gd name="connsiteX485" fmla="*/ 2286000 w 5029200"/>
                  <a:gd name="connsiteY485" fmla="*/ 2286000 h 5029200"/>
                  <a:gd name="connsiteX486" fmla="*/ 2133600 w 5029200"/>
                  <a:gd name="connsiteY486" fmla="*/ 2286000 h 5029200"/>
                  <a:gd name="connsiteX487" fmla="*/ 1981200 w 5029200"/>
                  <a:gd name="connsiteY487" fmla="*/ 2286000 h 5029200"/>
                  <a:gd name="connsiteX488" fmla="*/ 1828800 w 5029200"/>
                  <a:gd name="connsiteY488" fmla="*/ 2286000 h 5029200"/>
                  <a:gd name="connsiteX489" fmla="*/ 1828800 w 5029200"/>
                  <a:gd name="connsiteY489" fmla="*/ 2133600 h 5029200"/>
                  <a:gd name="connsiteX490" fmla="*/ 1981200 w 5029200"/>
                  <a:gd name="connsiteY490" fmla="*/ 2133600 h 5029200"/>
                  <a:gd name="connsiteX491" fmla="*/ 1981200 w 5029200"/>
                  <a:gd name="connsiteY491" fmla="*/ 1981200 h 5029200"/>
                  <a:gd name="connsiteX492" fmla="*/ 1828800 w 5029200"/>
                  <a:gd name="connsiteY492" fmla="*/ 1981200 h 5029200"/>
                  <a:gd name="connsiteX493" fmla="*/ 1828800 w 5029200"/>
                  <a:gd name="connsiteY493" fmla="*/ 2133600 h 5029200"/>
                  <a:gd name="connsiteX494" fmla="*/ 1676400 w 5029200"/>
                  <a:gd name="connsiteY494" fmla="*/ 2133600 h 5029200"/>
                  <a:gd name="connsiteX495" fmla="*/ 1676400 w 5029200"/>
                  <a:gd name="connsiteY495" fmla="*/ 2286000 h 5029200"/>
                  <a:gd name="connsiteX496" fmla="*/ 1524000 w 5029200"/>
                  <a:gd name="connsiteY496" fmla="*/ 2286000 h 5029200"/>
                  <a:gd name="connsiteX497" fmla="*/ 1524000 w 5029200"/>
                  <a:gd name="connsiteY497" fmla="*/ 2133600 h 5029200"/>
                  <a:gd name="connsiteX498" fmla="*/ 1371600 w 5029200"/>
                  <a:gd name="connsiteY498" fmla="*/ 2133600 h 5029200"/>
                  <a:gd name="connsiteX499" fmla="*/ 1371600 w 5029200"/>
                  <a:gd name="connsiteY499" fmla="*/ 1981200 h 5029200"/>
                  <a:gd name="connsiteX500" fmla="*/ 1219200 w 5029200"/>
                  <a:gd name="connsiteY500" fmla="*/ 1981200 h 5029200"/>
                  <a:gd name="connsiteX501" fmla="*/ 1219200 w 5029200"/>
                  <a:gd name="connsiteY501" fmla="*/ 1828800 h 5029200"/>
                  <a:gd name="connsiteX502" fmla="*/ 1219200 w 5029200"/>
                  <a:gd name="connsiteY502" fmla="*/ 4267200 h 5029200"/>
                  <a:gd name="connsiteX503" fmla="*/ 1371600 w 5029200"/>
                  <a:gd name="connsiteY503" fmla="*/ 4267200 h 5029200"/>
                  <a:gd name="connsiteX504" fmla="*/ 1371600 w 5029200"/>
                  <a:gd name="connsiteY504" fmla="*/ 4419600 h 5029200"/>
                  <a:gd name="connsiteX505" fmla="*/ 1524000 w 5029200"/>
                  <a:gd name="connsiteY505" fmla="*/ 4419600 h 5029200"/>
                  <a:gd name="connsiteX506" fmla="*/ 1524000 w 5029200"/>
                  <a:gd name="connsiteY506" fmla="*/ 4572000 h 5029200"/>
                  <a:gd name="connsiteX507" fmla="*/ 1371600 w 5029200"/>
                  <a:gd name="connsiteY507" fmla="*/ 4572000 h 5029200"/>
                  <a:gd name="connsiteX508" fmla="*/ 1219200 w 5029200"/>
                  <a:gd name="connsiteY508" fmla="*/ 4572000 h 5029200"/>
                  <a:gd name="connsiteX509" fmla="*/ 1219200 w 5029200"/>
                  <a:gd name="connsiteY509" fmla="*/ 4419600 h 5029200"/>
                  <a:gd name="connsiteX510" fmla="*/ 1219200 w 5029200"/>
                  <a:gd name="connsiteY510" fmla="*/ 4267200 h 5029200"/>
                  <a:gd name="connsiteX511" fmla="*/ 1524000 w 5029200"/>
                  <a:gd name="connsiteY511" fmla="*/ 1828800 h 5029200"/>
                  <a:gd name="connsiteX512" fmla="*/ 1524000 w 5029200"/>
                  <a:gd name="connsiteY512" fmla="*/ 1981200 h 5029200"/>
                  <a:gd name="connsiteX513" fmla="*/ 1676400 w 5029200"/>
                  <a:gd name="connsiteY513" fmla="*/ 1981200 h 5029200"/>
                  <a:gd name="connsiteX514" fmla="*/ 1676400 w 5029200"/>
                  <a:gd name="connsiteY514" fmla="*/ 1828800 h 5029200"/>
                  <a:gd name="connsiteX515" fmla="*/ 1524000 w 5029200"/>
                  <a:gd name="connsiteY515" fmla="*/ 1828800 h 5029200"/>
                  <a:gd name="connsiteX516" fmla="*/ 1524000 w 5029200"/>
                  <a:gd name="connsiteY516" fmla="*/ 4572000 h 5029200"/>
                  <a:gd name="connsiteX517" fmla="*/ 1676400 w 5029200"/>
                  <a:gd name="connsiteY517" fmla="*/ 4572000 h 5029200"/>
                  <a:gd name="connsiteX518" fmla="*/ 1676400 w 5029200"/>
                  <a:gd name="connsiteY518" fmla="*/ 4724400 h 5029200"/>
                  <a:gd name="connsiteX519" fmla="*/ 1524000 w 5029200"/>
                  <a:gd name="connsiteY519" fmla="*/ 4724400 h 5029200"/>
                  <a:gd name="connsiteX520" fmla="*/ 1524000 w 5029200"/>
                  <a:gd name="connsiteY520" fmla="*/ 4572000 h 5029200"/>
                  <a:gd name="connsiteX521" fmla="*/ 1676400 w 5029200"/>
                  <a:gd name="connsiteY521" fmla="*/ 3200400 h 5029200"/>
                  <a:gd name="connsiteX522" fmla="*/ 1828800 w 5029200"/>
                  <a:gd name="connsiteY522" fmla="*/ 3200400 h 5029200"/>
                  <a:gd name="connsiteX523" fmla="*/ 1828800 w 5029200"/>
                  <a:gd name="connsiteY523" fmla="*/ 3048000 h 5029200"/>
                  <a:gd name="connsiteX524" fmla="*/ 1828800 w 5029200"/>
                  <a:gd name="connsiteY524" fmla="*/ 2895600 h 5029200"/>
                  <a:gd name="connsiteX525" fmla="*/ 1981200 w 5029200"/>
                  <a:gd name="connsiteY525" fmla="*/ 2895600 h 5029200"/>
                  <a:gd name="connsiteX526" fmla="*/ 1981200 w 5029200"/>
                  <a:gd name="connsiteY526" fmla="*/ 3048000 h 5029200"/>
                  <a:gd name="connsiteX527" fmla="*/ 1981200 w 5029200"/>
                  <a:gd name="connsiteY527" fmla="*/ 3200400 h 5029200"/>
                  <a:gd name="connsiteX528" fmla="*/ 2133600 w 5029200"/>
                  <a:gd name="connsiteY528" fmla="*/ 3200400 h 5029200"/>
                  <a:gd name="connsiteX529" fmla="*/ 2133600 w 5029200"/>
                  <a:gd name="connsiteY529" fmla="*/ 3352800 h 5029200"/>
                  <a:gd name="connsiteX530" fmla="*/ 2286000 w 5029200"/>
                  <a:gd name="connsiteY530" fmla="*/ 3352800 h 5029200"/>
                  <a:gd name="connsiteX531" fmla="*/ 2286000 w 5029200"/>
                  <a:gd name="connsiteY531" fmla="*/ 3505200 h 5029200"/>
                  <a:gd name="connsiteX532" fmla="*/ 2133600 w 5029200"/>
                  <a:gd name="connsiteY532" fmla="*/ 3505200 h 5029200"/>
                  <a:gd name="connsiteX533" fmla="*/ 1981200 w 5029200"/>
                  <a:gd name="connsiteY533" fmla="*/ 3505200 h 5029200"/>
                  <a:gd name="connsiteX534" fmla="*/ 1828800 w 5029200"/>
                  <a:gd name="connsiteY534" fmla="*/ 3505200 h 5029200"/>
                  <a:gd name="connsiteX535" fmla="*/ 1828800 w 5029200"/>
                  <a:gd name="connsiteY535" fmla="*/ 3352800 h 5029200"/>
                  <a:gd name="connsiteX536" fmla="*/ 1676400 w 5029200"/>
                  <a:gd name="connsiteY536" fmla="*/ 3352800 h 5029200"/>
                  <a:gd name="connsiteX537" fmla="*/ 1676400 w 5029200"/>
                  <a:gd name="connsiteY537" fmla="*/ 3200400 h 5029200"/>
                  <a:gd name="connsiteX538" fmla="*/ 1828800 w 5029200"/>
                  <a:gd name="connsiteY538" fmla="*/ 762000 h 5029200"/>
                  <a:gd name="connsiteX539" fmla="*/ 1981200 w 5029200"/>
                  <a:gd name="connsiteY539" fmla="*/ 762000 h 5029200"/>
                  <a:gd name="connsiteX540" fmla="*/ 1981200 w 5029200"/>
                  <a:gd name="connsiteY540" fmla="*/ 914400 h 5029200"/>
                  <a:gd name="connsiteX541" fmla="*/ 1981200 w 5029200"/>
                  <a:gd name="connsiteY541" fmla="*/ 1066800 h 5029200"/>
                  <a:gd name="connsiteX542" fmla="*/ 1828800 w 5029200"/>
                  <a:gd name="connsiteY542" fmla="*/ 1066800 h 5029200"/>
                  <a:gd name="connsiteX543" fmla="*/ 1828800 w 5029200"/>
                  <a:gd name="connsiteY543" fmla="*/ 914400 h 5029200"/>
                  <a:gd name="connsiteX544" fmla="*/ 1828800 w 5029200"/>
                  <a:gd name="connsiteY544" fmla="*/ 762000 h 5029200"/>
                  <a:gd name="connsiteX545" fmla="*/ 1828800 w 5029200"/>
                  <a:gd name="connsiteY545" fmla="*/ 2438400 h 5029200"/>
                  <a:gd name="connsiteX546" fmla="*/ 1981200 w 5029200"/>
                  <a:gd name="connsiteY546" fmla="*/ 2438400 h 5029200"/>
                  <a:gd name="connsiteX547" fmla="*/ 1981200 w 5029200"/>
                  <a:gd name="connsiteY547" fmla="*/ 2590800 h 5029200"/>
                  <a:gd name="connsiteX548" fmla="*/ 2133600 w 5029200"/>
                  <a:gd name="connsiteY548" fmla="*/ 2590800 h 5029200"/>
                  <a:gd name="connsiteX549" fmla="*/ 2286000 w 5029200"/>
                  <a:gd name="connsiteY549" fmla="*/ 2590800 h 5029200"/>
                  <a:gd name="connsiteX550" fmla="*/ 2286000 w 5029200"/>
                  <a:gd name="connsiteY550" fmla="*/ 2743200 h 5029200"/>
                  <a:gd name="connsiteX551" fmla="*/ 2133600 w 5029200"/>
                  <a:gd name="connsiteY551" fmla="*/ 2743200 h 5029200"/>
                  <a:gd name="connsiteX552" fmla="*/ 2133600 w 5029200"/>
                  <a:gd name="connsiteY552" fmla="*/ 2895600 h 5029200"/>
                  <a:gd name="connsiteX553" fmla="*/ 1981200 w 5029200"/>
                  <a:gd name="connsiteY553" fmla="*/ 2895600 h 5029200"/>
                  <a:gd name="connsiteX554" fmla="*/ 1981200 w 5029200"/>
                  <a:gd name="connsiteY554" fmla="*/ 2743200 h 5029200"/>
                  <a:gd name="connsiteX555" fmla="*/ 1828800 w 5029200"/>
                  <a:gd name="connsiteY555" fmla="*/ 2743200 h 5029200"/>
                  <a:gd name="connsiteX556" fmla="*/ 1828800 w 5029200"/>
                  <a:gd name="connsiteY556" fmla="*/ 2590800 h 5029200"/>
                  <a:gd name="connsiteX557" fmla="*/ 1828800 w 5029200"/>
                  <a:gd name="connsiteY557" fmla="*/ 2438400 h 5029200"/>
                  <a:gd name="connsiteX558" fmla="*/ 1981200 w 5029200"/>
                  <a:gd name="connsiteY558" fmla="*/ 0 h 5029200"/>
                  <a:gd name="connsiteX559" fmla="*/ 2133600 w 5029200"/>
                  <a:gd name="connsiteY559" fmla="*/ 0 h 5029200"/>
                  <a:gd name="connsiteX560" fmla="*/ 2133600 w 5029200"/>
                  <a:gd name="connsiteY560" fmla="*/ 152400 h 5029200"/>
                  <a:gd name="connsiteX561" fmla="*/ 1981200 w 5029200"/>
                  <a:gd name="connsiteY561" fmla="*/ 152400 h 5029200"/>
                  <a:gd name="connsiteX562" fmla="*/ 1981200 w 5029200"/>
                  <a:gd name="connsiteY562" fmla="*/ 0 h 5029200"/>
                  <a:gd name="connsiteX563" fmla="*/ 2133600 w 5029200"/>
                  <a:gd name="connsiteY563" fmla="*/ 152400 h 5029200"/>
                  <a:gd name="connsiteX564" fmla="*/ 2286000 w 5029200"/>
                  <a:gd name="connsiteY564" fmla="*/ 152400 h 5029200"/>
                  <a:gd name="connsiteX565" fmla="*/ 2438400 w 5029200"/>
                  <a:gd name="connsiteY565" fmla="*/ 152400 h 5029200"/>
                  <a:gd name="connsiteX566" fmla="*/ 2438400 w 5029200"/>
                  <a:gd name="connsiteY566" fmla="*/ 0 h 5029200"/>
                  <a:gd name="connsiteX567" fmla="*/ 2590800 w 5029200"/>
                  <a:gd name="connsiteY567" fmla="*/ 0 h 5029200"/>
                  <a:gd name="connsiteX568" fmla="*/ 2590800 w 5029200"/>
                  <a:gd name="connsiteY568" fmla="*/ 152400 h 5029200"/>
                  <a:gd name="connsiteX569" fmla="*/ 2743200 w 5029200"/>
                  <a:gd name="connsiteY569" fmla="*/ 152400 h 5029200"/>
                  <a:gd name="connsiteX570" fmla="*/ 2895600 w 5029200"/>
                  <a:gd name="connsiteY570" fmla="*/ 152400 h 5029200"/>
                  <a:gd name="connsiteX571" fmla="*/ 2895600 w 5029200"/>
                  <a:gd name="connsiteY571" fmla="*/ 304800 h 5029200"/>
                  <a:gd name="connsiteX572" fmla="*/ 3048000 w 5029200"/>
                  <a:gd name="connsiteY572" fmla="*/ 304800 h 5029200"/>
                  <a:gd name="connsiteX573" fmla="*/ 3048000 w 5029200"/>
                  <a:gd name="connsiteY573" fmla="*/ 457200 h 5029200"/>
                  <a:gd name="connsiteX574" fmla="*/ 2895600 w 5029200"/>
                  <a:gd name="connsiteY574" fmla="*/ 457200 h 5029200"/>
                  <a:gd name="connsiteX575" fmla="*/ 2895600 w 5029200"/>
                  <a:gd name="connsiteY575" fmla="*/ 609600 h 5029200"/>
                  <a:gd name="connsiteX576" fmla="*/ 2895600 w 5029200"/>
                  <a:gd name="connsiteY576" fmla="*/ 762000 h 5029200"/>
                  <a:gd name="connsiteX577" fmla="*/ 2743200 w 5029200"/>
                  <a:gd name="connsiteY577" fmla="*/ 762000 h 5029200"/>
                  <a:gd name="connsiteX578" fmla="*/ 2743200 w 5029200"/>
                  <a:gd name="connsiteY578" fmla="*/ 609600 h 5029200"/>
                  <a:gd name="connsiteX579" fmla="*/ 2590800 w 5029200"/>
                  <a:gd name="connsiteY579" fmla="*/ 609600 h 5029200"/>
                  <a:gd name="connsiteX580" fmla="*/ 2438400 w 5029200"/>
                  <a:gd name="connsiteY580" fmla="*/ 609600 h 5029200"/>
                  <a:gd name="connsiteX581" fmla="*/ 2438400 w 5029200"/>
                  <a:gd name="connsiteY581" fmla="*/ 762000 h 5029200"/>
                  <a:gd name="connsiteX582" fmla="*/ 2590800 w 5029200"/>
                  <a:gd name="connsiteY582" fmla="*/ 762000 h 5029200"/>
                  <a:gd name="connsiteX583" fmla="*/ 2743200 w 5029200"/>
                  <a:gd name="connsiteY583" fmla="*/ 762000 h 5029200"/>
                  <a:gd name="connsiteX584" fmla="*/ 2743200 w 5029200"/>
                  <a:gd name="connsiteY584" fmla="*/ 914400 h 5029200"/>
                  <a:gd name="connsiteX585" fmla="*/ 2590800 w 5029200"/>
                  <a:gd name="connsiteY585" fmla="*/ 914400 h 5029200"/>
                  <a:gd name="connsiteX586" fmla="*/ 2590800 w 5029200"/>
                  <a:gd name="connsiteY586" fmla="*/ 1066800 h 5029200"/>
                  <a:gd name="connsiteX587" fmla="*/ 2438400 w 5029200"/>
                  <a:gd name="connsiteY587" fmla="*/ 1066800 h 5029200"/>
                  <a:gd name="connsiteX588" fmla="*/ 2438400 w 5029200"/>
                  <a:gd name="connsiteY588" fmla="*/ 914400 h 5029200"/>
                  <a:gd name="connsiteX589" fmla="*/ 2286000 w 5029200"/>
                  <a:gd name="connsiteY589" fmla="*/ 914400 h 5029200"/>
                  <a:gd name="connsiteX590" fmla="*/ 2286000 w 5029200"/>
                  <a:gd name="connsiteY590" fmla="*/ 1066800 h 5029200"/>
                  <a:gd name="connsiteX591" fmla="*/ 2133600 w 5029200"/>
                  <a:gd name="connsiteY591" fmla="*/ 1066800 h 5029200"/>
                  <a:gd name="connsiteX592" fmla="*/ 2133600 w 5029200"/>
                  <a:gd name="connsiteY592" fmla="*/ 914400 h 5029200"/>
                  <a:gd name="connsiteX593" fmla="*/ 2133600 w 5029200"/>
                  <a:gd name="connsiteY593" fmla="*/ 762000 h 5029200"/>
                  <a:gd name="connsiteX594" fmla="*/ 2133600 w 5029200"/>
                  <a:gd name="connsiteY594" fmla="*/ 609600 h 5029200"/>
                  <a:gd name="connsiteX595" fmla="*/ 2133600 w 5029200"/>
                  <a:gd name="connsiteY595" fmla="*/ 457200 h 5029200"/>
                  <a:gd name="connsiteX596" fmla="*/ 2286000 w 5029200"/>
                  <a:gd name="connsiteY596" fmla="*/ 457200 h 5029200"/>
                  <a:gd name="connsiteX597" fmla="*/ 2286000 w 5029200"/>
                  <a:gd name="connsiteY597" fmla="*/ 304800 h 5029200"/>
                  <a:gd name="connsiteX598" fmla="*/ 2133600 w 5029200"/>
                  <a:gd name="connsiteY598" fmla="*/ 304800 h 5029200"/>
                  <a:gd name="connsiteX599" fmla="*/ 2133600 w 5029200"/>
                  <a:gd name="connsiteY599" fmla="*/ 152400 h 5029200"/>
                  <a:gd name="connsiteX600" fmla="*/ 2133600 w 5029200"/>
                  <a:gd name="connsiteY600" fmla="*/ 2895600 h 5029200"/>
                  <a:gd name="connsiteX601" fmla="*/ 2286000 w 5029200"/>
                  <a:gd name="connsiteY601" fmla="*/ 2895600 h 5029200"/>
                  <a:gd name="connsiteX602" fmla="*/ 2286000 w 5029200"/>
                  <a:gd name="connsiteY602" fmla="*/ 3048000 h 5029200"/>
                  <a:gd name="connsiteX603" fmla="*/ 2438400 w 5029200"/>
                  <a:gd name="connsiteY603" fmla="*/ 3048000 h 5029200"/>
                  <a:gd name="connsiteX604" fmla="*/ 2438400 w 5029200"/>
                  <a:gd name="connsiteY604" fmla="*/ 2895600 h 5029200"/>
                  <a:gd name="connsiteX605" fmla="*/ 2590800 w 5029200"/>
                  <a:gd name="connsiteY605" fmla="*/ 2895600 h 5029200"/>
                  <a:gd name="connsiteX606" fmla="*/ 2590800 w 5029200"/>
                  <a:gd name="connsiteY606" fmla="*/ 2743200 h 5029200"/>
                  <a:gd name="connsiteX607" fmla="*/ 2743200 w 5029200"/>
                  <a:gd name="connsiteY607" fmla="*/ 2743200 h 5029200"/>
                  <a:gd name="connsiteX608" fmla="*/ 2743200 w 5029200"/>
                  <a:gd name="connsiteY608" fmla="*/ 2895600 h 5029200"/>
                  <a:gd name="connsiteX609" fmla="*/ 2895600 w 5029200"/>
                  <a:gd name="connsiteY609" fmla="*/ 2895600 h 5029200"/>
                  <a:gd name="connsiteX610" fmla="*/ 3048000 w 5029200"/>
                  <a:gd name="connsiteY610" fmla="*/ 2895600 h 5029200"/>
                  <a:gd name="connsiteX611" fmla="*/ 3200400 w 5029200"/>
                  <a:gd name="connsiteY611" fmla="*/ 2895600 h 5029200"/>
                  <a:gd name="connsiteX612" fmla="*/ 3200400 w 5029200"/>
                  <a:gd name="connsiteY612" fmla="*/ 3048000 h 5029200"/>
                  <a:gd name="connsiteX613" fmla="*/ 3200400 w 5029200"/>
                  <a:gd name="connsiteY613" fmla="*/ 3200400 h 5029200"/>
                  <a:gd name="connsiteX614" fmla="*/ 3048000 w 5029200"/>
                  <a:gd name="connsiteY614" fmla="*/ 3200400 h 5029200"/>
                  <a:gd name="connsiteX615" fmla="*/ 3048000 w 5029200"/>
                  <a:gd name="connsiteY615" fmla="*/ 3048000 h 5029200"/>
                  <a:gd name="connsiteX616" fmla="*/ 2895600 w 5029200"/>
                  <a:gd name="connsiteY616" fmla="*/ 3048000 h 5029200"/>
                  <a:gd name="connsiteX617" fmla="*/ 2743200 w 5029200"/>
                  <a:gd name="connsiteY617" fmla="*/ 3048000 h 5029200"/>
                  <a:gd name="connsiteX618" fmla="*/ 2743200 w 5029200"/>
                  <a:gd name="connsiteY618" fmla="*/ 3200400 h 5029200"/>
                  <a:gd name="connsiteX619" fmla="*/ 2743200 w 5029200"/>
                  <a:gd name="connsiteY619" fmla="*/ 3352800 h 5029200"/>
                  <a:gd name="connsiteX620" fmla="*/ 2743200 w 5029200"/>
                  <a:gd name="connsiteY620" fmla="*/ 3505200 h 5029200"/>
                  <a:gd name="connsiteX621" fmla="*/ 2743200 w 5029200"/>
                  <a:gd name="connsiteY621" fmla="*/ 3657600 h 5029200"/>
                  <a:gd name="connsiteX622" fmla="*/ 2590800 w 5029200"/>
                  <a:gd name="connsiteY622" fmla="*/ 3657600 h 5029200"/>
                  <a:gd name="connsiteX623" fmla="*/ 2438400 w 5029200"/>
                  <a:gd name="connsiteY623" fmla="*/ 3657600 h 5029200"/>
                  <a:gd name="connsiteX624" fmla="*/ 2286000 w 5029200"/>
                  <a:gd name="connsiteY624" fmla="*/ 3657600 h 5029200"/>
                  <a:gd name="connsiteX625" fmla="*/ 2286000 w 5029200"/>
                  <a:gd name="connsiteY625" fmla="*/ 3505200 h 5029200"/>
                  <a:gd name="connsiteX626" fmla="*/ 2438400 w 5029200"/>
                  <a:gd name="connsiteY626" fmla="*/ 3505200 h 5029200"/>
                  <a:gd name="connsiteX627" fmla="*/ 2590800 w 5029200"/>
                  <a:gd name="connsiteY627" fmla="*/ 3505200 h 5029200"/>
                  <a:gd name="connsiteX628" fmla="*/ 2590800 w 5029200"/>
                  <a:gd name="connsiteY628" fmla="*/ 3352800 h 5029200"/>
                  <a:gd name="connsiteX629" fmla="*/ 2438400 w 5029200"/>
                  <a:gd name="connsiteY629" fmla="*/ 3352800 h 5029200"/>
                  <a:gd name="connsiteX630" fmla="*/ 2286000 w 5029200"/>
                  <a:gd name="connsiteY630" fmla="*/ 3352800 h 5029200"/>
                  <a:gd name="connsiteX631" fmla="*/ 2286000 w 5029200"/>
                  <a:gd name="connsiteY631" fmla="*/ 3200400 h 5029200"/>
                  <a:gd name="connsiteX632" fmla="*/ 2133600 w 5029200"/>
                  <a:gd name="connsiteY632" fmla="*/ 3200400 h 5029200"/>
                  <a:gd name="connsiteX633" fmla="*/ 2133600 w 5029200"/>
                  <a:gd name="connsiteY633" fmla="*/ 3048000 h 5029200"/>
                  <a:gd name="connsiteX634" fmla="*/ 2133600 w 5029200"/>
                  <a:gd name="connsiteY634" fmla="*/ 2895600 h 5029200"/>
                  <a:gd name="connsiteX635" fmla="*/ 2438400 w 5029200"/>
                  <a:gd name="connsiteY635" fmla="*/ 304800 h 5029200"/>
                  <a:gd name="connsiteX636" fmla="*/ 2438400 w 5029200"/>
                  <a:gd name="connsiteY636" fmla="*/ 457200 h 5029200"/>
                  <a:gd name="connsiteX637" fmla="*/ 2590800 w 5029200"/>
                  <a:gd name="connsiteY637" fmla="*/ 457200 h 5029200"/>
                  <a:gd name="connsiteX638" fmla="*/ 2590800 w 5029200"/>
                  <a:gd name="connsiteY638" fmla="*/ 304800 h 5029200"/>
                  <a:gd name="connsiteX639" fmla="*/ 2438400 w 5029200"/>
                  <a:gd name="connsiteY639" fmla="*/ 304800 h 5029200"/>
                  <a:gd name="connsiteX640" fmla="*/ 2286000 w 5029200"/>
                  <a:gd name="connsiteY640" fmla="*/ 2286000 h 5029200"/>
                  <a:gd name="connsiteX641" fmla="*/ 2438400 w 5029200"/>
                  <a:gd name="connsiteY641" fmla="*/ 2286000 h 5029200"/>
                  <a:gd name="connsiteX642" fmla="*/ 2590800 w 5029200"/>
                  <a:gd name="connsiteY642" fmla="*/ 2286000 h 5029200"/>
                  <a:gd name="connsiteX643" fmla="*/ 2743200 w 5029200"/>
                  <a:gd name="connsiteY643" fmla="*/ 2286000 h 5029200"/>
                  <a:gd name="connsiteX644" fmla="*/ 2743200 w 5029200"/>
                  <a:gd name="connsiteY644" fmla="*/ 2133600 h 5029200"/>
                  <a:gd name="connsiteX645" fmla="*/ 2895600 w 5029200"/>
                  <a:gd name="connsiteY645" fmla="*/ 2133600 h 5029200"/>
                  <a:gd name="connsiteX646" fmla="*/ 2895600 w 5029200"/>
                  <a:gd name="connsiteY646" fmla="*/ 2286000 h 5029200"/>
                  <a:gd name="connsiteX647" fmla="*/ 3048000 w 5029200"/>
                  <a:gd name="connsiteY647" fmla="*/ 2286000 h 5029200"/>
                  <a:gd name="connsiteX648" fmla="*/ 3048000 w 5029200"/>
                  <a:gd name="connsiteY648" fmla="*/ 2438400 h 5029200"/>
                  <a:gd name="connsiteX649" fmla="*/ 2895600 w 5029200"/>
                  <a:gd name="connsiteY649" fmla="*/ 2438400 h 5029200"/>
                  <a:gd name="connsiteX650" fmla="*/ 2743200 w 5029200"/>
                  <a:gd name="connsiteY650" fmla="*/ 2438400 h 5029200"/>
                  <a:gd name="connsiteX651" fmla="*/ 2590800 w 5029200"/>
                  <a:gd name="connsiteY651" fmla="*/ 2438400 h 5029200"/>
                  <a:gd name="connsiteX652" fmla="*/ 2438400 w 5029200"/>
                  <a:gd name="connsiteY652" fmla="*/ 2438400 h 5029200"/>
                  <a:gd name="connsiteX653" fmla="*/ 2438400 w 5029200"/>
                  <a:gd name="connsiteY653" fmla="*/ 2590800 h 5029200"/>
                  <a:gd name="connsiteX654" fmla="*/ 2286000 w 5029200"/>
                  <a:gd name="connsiteY654" fmla="*/ 2590800 h 5029200"/>
                  <a:gd name="connsiteX655" fmla="*/ 2286000 w 5029200"/>
                  <a:gd name="connsiteY655" fmla="*/ 2438400 h 5029200"/>
                  <a:gd name="connsiteX656" fmla="*/ 2286000 w 5029200"/>
                  <a:gd name="connsiteY656" fmla="*/ 2286000 h 5029200"/>
                  <a:gd name="connsiteX657" fmla="*/ 2286000 w 5029200"/>
                  <a:gd name="connsiteY657" fmla="*/ 2743200 h 5029200"/>
                  <a:gd name="connsiteX658" fmla="*/ 2438400 w 5029200"/>
                  <a:gd name="connsiteY658" fmla="*/ 2743200 h 5029200"/>
                  <a:gd name="connsiteX659" fmla="*/ 2438400 w 5029200"/>
                  <a:gd name="connsiteY659" fmla="*/ 2895600 h 5029200"/>
                  <a:gd name="connsiteX660" fmla="*/ 2286000 w 5029200"/>
                  <a:gd name="connsiteY660" fmla="*/ 2895600 h 5029200"/>
                  <a:gd name="connsiteX661" fmla="*/ 2286000 w 5029200"/>
                  <a:gd name="connsiteY661" fmla="*/ 2743200 h 5029200"/>
                  <a:gd name="connsiteX662" fmla="*/ 2286000 w 5029200"/>
                  <a:gd name="connsiteY662" fmla="*/ 3810000 h 5029200"/>
                  <a:gd name="connsiteX663" fmla="*/ 2438400 w 5029200"/>
                  <a:gd name="connsiteY663" fmla="*/ 3810000 h 5029200"/>
                  <a:gd name="connsiteX664" fmla="*/ 2438400 w 5029200"/>
                  <a:gd name="connsiteY664" fmla="*/ 3962400 h 5029200"/>
                  <a:gd name="connsiteX665" fmla="*/ 2286000 w 5029200"/>
                  <a:gd name="connsiteY665" fmla="*/ 3962400 h 5029200"/>
                  <a:gd name="connsiteX666" fmla="*/ 2286000 w 5029200"/>
                  <a:gd name="connsiteY666" fmla="*/ 3810000 h 5029200"/>
                  <a:gd name="connsiteX667" fmla="*/ 2438400 w 5029200"/>
                  <a:gd name="connsiteY667" fmla="*/ 2590800 h 5029200"/>
                  <a:gd name="connsiteX668" fmla="*/ 2590800 w 5029200"/>
                  <a:gd name="connsiteY668" fmla="*/ 2590800 h 5029200"/>
                  <a:gd name="connsiteX669" fmla="*/ 2590800 w 5029200"/>
                  <a:gd name="connsiteY669" fmla="*/ 2743200 h 5029200"/>
                  <a:gd name="connsiteX670" fmla="*/ 2438400 w 5029200"/>
                  <a:gd name="connsiteY670" fmla="*/ 2743200 h 5029200"/>
                  <a:gd name="connsiteX671" fmla="*/ 2438400 w 5029200"/>
                  <a:gd name="connsiteY671" fmla="*/ 2590800 h 5029200"/>
                  <a:gd name="connsiteX672" fmla="*/ 2590800 w 5029200"/>
                  <a:gd name="connsiteY672" fmla="*/ 1066800 h 5029200"/>
                  <a:gd name="connsiteX673" fmla="*/ 2743200 w 5029200"/>
                  <a:gd name="connsiteY673" fmla="*/ 1066800 h 5029200"/>
                  <a:gd name="connsiteX674" fmla="*/ 2743200 w 5029200"/>
                  <a:gd name="connsiteY674" fmla="*/ 1219200 h 5029200"/>
                  <a:gd name="connsiteX675" fmla="*/ 2590800 w 5029200"/>
                  <a:gd name="connsiteY675" fmla="*/ 1219200 h 5029200"/>
                  <a:gd name="connsiteX676" fmla="*/ 2590800 w 5029200"/>
                  <a:gd name="connsiteY676" fmla="*/ 1066800 h 5029200"/>
                  <a:gd name="connsiteX677" fmla="*/ 2743200 w 5029200"/>
                  <a:gd name="connsiteY677" fmla="*/ 914400 h 5029200"/>
                  <a:gd name="connsiteX678" fmla="*/ 2895600 w 5029200"/>
                  <a:gd name="connsiteY678" fmla="*/ 914400 h 5029200"/>
                  <a:gd name="connsiteX679" fmla="*/ 2895600 w 5029200"/>
                  <a:gd name="connsiteY679" fmla="*/ 1066800 h 5029200"/>
                  <a:gd name="connsiteX680" fmla="*/ 2743200 w 5029200"/>
                  <a:gd name="connsiteY680" fmla="*/ 1066800 h 5029200"/>
                  <a:gd name="connsiteX681" fmla="*/ 2743200 w 5029200"/>
                  <a:gd name="connsiteY681" fmla="*/ 914400 h 5029200"/>
                  <a:gd name="connsiteX682" fmla="*/ 2895600 w 5029200"/>
                  <a:gd name="connsiteY682" fmla="*/ 1371600 h 5029200"/>
                  <a:gd name="connsiteX683" fmla="*/ 2895600 w 5029200"/>
                  <a:gd name="connsiteY683" fmla="*/ 1524000 h 5029200"/>
                  <a:gd name="connsiteX684" fmla="*/ 3048000 w 5029200"/>
                  <a:gd name="connsiteY684" fmla="*/ 1524000 h 5029200"/>
                  <a:gd name="connsiteX685" fmla="*/ 3048000 w 5029200"/>
                  <a:gd name="connsiteY685" fmla="*/ 1371600 h 5029200"/>
                  <a:gd name="connsiteX686" fmla="*/ 2895600 w 5029200"/>
                  <a:gd name="connsiteY686" fmla="*/ 1371600 h 5029200"/>
                  <a:gd name="connsiteX687" fmla="*/ 2743200 w 5029200"/>
                  <a:gd name="connsiteY687" fmla="*/ 1828800 h 5029200"/>
                  <a:gd name="connsiteX688" fmla="*/ 2895600 w 5029200"/>
                  <a:gd name="connsiteY688" fmla="*/ 1828800 h 5029200"/>
                  <a:gd name="connsiteX689" fmla="*/ 2895600 w 5029200"/>
                  <a:gd name="connsiteY689" fmla="*/ 1981200 h 5029200"/>
                  <a:gd name="connsiteX690" fmla="*/ 2743200 w 5029200"/>
                  <a:gd name="connsiteY690" fmla="*/ 1981200 h 5029200"/>
                  <a:gd name="connsiteX691" fmla="*/ 2743200 w 5029200"/>
                  <a:gd name="connsiteY691" fmla="*/ 1828800 h 5029200"/>
                  <a:gd name="connsiteX692" fmla="*/ 2743200 w 5029200"/>
                  <a:gd name="connsiteY692" fmla="*/ 2590800 h 5029200"/>
                  <a:gd name="connsiteX693" fmla="*/ 2895600 w 5029200"/>
                  <a:gd name="connsiteY693" fmla="*/ 2590800 h 5029200"/>
                  <a:gd name="connsiteX694" fmla="*/ 2895600 w 5029200"/>
                  <a:gd name="connsiteY694" fmla="*/ 2743200 h 5029200"/>
                  <a:gd name="connsiteX695" fmla="*/ 2743200 w 5029200"/>
                  <a:gd name="connsiteY695" fmla="*/ 2743200 h 5029200"/>
                  <a:gd name="connsiteX696" fmla="*/ 2743200 w 5029200"/>
                  <a:gd name="connsiteY696" fmla="*/ 2590800 h 5029200"/>
                  <a:gd name="connsiteX697" fmla="*/ 2895600 w 5029200"/>
                  <a:gd name="connsiteY697" fmla="*/ 0 h 5029200"/>
                  <a:gd name="connsiteX698" fmla="*/ 3048000 w 5029200"/>
                  <a:gd name="connsiteY698" fmla="*/ 0 h 5029200"/>
                  <a:gd name="connsiteX699" fmla="*/ 3200400 w 5029200"/>
                  <a:gd name="connsiteY699" fmla="*/ 0 h 5029200"/>
                  <a:gd name="connsiteX700" fmla="*/ 3200400 w 5029200"/>
                  <a:gd name="connsiteY700" fmla="*/ 152400 h 5029200"/>
                  <a:gd name="connsiteX701" fmla="*/ 3352800 w 5029200"/>
                  <a:gd name="connsiteY701" fmla="*/ 152400 h 5029200"/>
                  <a:gd name="connsiteX702" fmla="*/ 3352800 w 5029200"/>
                  <a:gd name="connsiteY702" fmla="*/ 0 h 5029200"/>
                  <a:gd name="connsiteX703" fmla="*/ 3505200 w 5029200"/>
                  <a:gd name="connsiteY703" fmla="*/ 0 h 5029200"/>
                  <a:gd name="connsiteX704" fmla="*/ 3505200 w 5029200"/>
                  <a:gd name="connsiteY704" fmla="*/ 152400 h 5029200"/>
                  <a:gd name="connsiteX705" fmla="*/ 3505200 w 5029200"/>
                  <a:gd name="connsiteY705" fmla="*/ 304800 h 5029200"/>
                  <a:gd name="connsiteX706" fmla="*/ 3352800 w 5029200"/>
                  <a:gd name="connsiteY706" fmla="*/ 304800 h 5029200"/>
                  <a:gd name="connsiteX707" fmla="*/ 3352800 w 5029200"/>
                  <a:gd name="connsiteY707" fmla="*/ 457200 h 5029200"/>
                  <a:gd name="connsiteX708" fmla="*/ 3505200 w 5029200"/>
                  <a:gd name="connsiteY708" fmla="*/ 457200 h 5029200"/>
                  <a:gd name="connsiteX709" fmla="*/ 3505200 w 5029200"/>
                  <a:gd name="connsiteY709" fmla="*/ 304800 h 5029200"/>
                  <a:gd name="connsiteX710" fmla="*/ 3657600 w 5029200"/>
                  <a:gd name="connsiteY710" fmla="*/ 304800 h 5029200"/>
                  <a:gd name="connsiteX711" fmla="*/ 3657600 w 5029200"/>
                  <a:gd name="connsiteY711" fmla="*/ 152400 h 5029200"/>
                  <a:gd name="connsiteX712" fmla="*/ 3657600 w 5029200"/>
                  <a:gd name="connsiteY712" fmla="*/ 0 h 5029200"/>
                  <a:gd name="connsiteX713" fmla="*/ 3810000 w 5029200"/>
                  <a:gd name="connsiteY713" fmla="*/ 0 h 5029200"/>
                  <a:gd name="connsiteX714" fmla="*/ 3810000 w 5029200"/>
                  <a:gd name="connsiteY714" fmla="*/ 152400 h 5029200"/>
                  <a:gd name="connsiteX715" fmla="*/ 3810000 w 5029200"/>
                  <a:gd name="connsiteY715" fmla="*/ 304800 h 5029200"/>
                  <a:gd name="connsiteX716" fmla="*/ 3810000 w 5029200"/>
                  <a:gd name="connsiteY716" fmla="*/ 457200 h 5029200"/>
                  <a:gd name="connsiteX717" fmla="*/ 3810000 w 5029200"/>
                  <a:gd name="connsiteY717" fmla="*/ 609600 h 5029200"/>
                  <a:gd name="connsiteX718" fmla="*/ 3657600 w 5029200"/>
                  <a:gd name="connsiteY718" fmla="*/ 609600 h 5029200"/>
                  <a:gd name="connsiteX719" fmla="*/ 3657600 w 5029200"/>
                  <a:gd name="connsiteY719" fmla="*/ 762000 h 5029200"/>
                  <a:gd name="connsiteX720" fmla="*/ 3505200 w 5029200"/>
                  <a:gd name="connsiteY720" fmla="*/ 762000 h 5029200"/>
                  <a:gd name="connsiteX721" fmla="*/ 3505200 w 5029200"/>
                  <a:gd name="connsiteY721" fmla="*/ 914400 h 5029200"/>
                  <a:gd name="connsiteX722" fmla="*/ 3505200 w 5029200"/>
                  <a:gd name="connsiteY722" fmla="*/ 1066800 h 5029200"/>
                  <a:gd name="connsiteX723" fmla="*/ 3352800 w 5029200"/>
                  <a:gd name="connsiteY723" fmla="*/ 1066800 h 5029200"/>
                  <a:gd name="connsiteX724" fmla="*/ 3352800 w 5029200"/>
                  <a:gd name="connsiteY724" fmla="*/ 914400 h 5029200"/>
                  <a:gd name="connsiteX725" fmla="*/ 3200400 w 5029200"/>
                  <a:gd name="connsiteY725" fmla="*/ 914400 h 5029200"/>
                  <a:gd name="connsiteX726" fmla="*/ 3200400 w 5029200"/>
                  <a:gd name="connsiteY726" fmla="*/ 762000 h 5029200"/>
                  <a:gd name="connsiteX727" fmla="*/ 3048000 w 5029200"/>
                  <a:gd name="connsiteY727" fmla="*/ 762000 h 5029200"/>
                  <a:gd name="connsiteX728" fmla="*/ 3048000 w 5029200"/>
                  <a:gd name="connsiteY728" fmla="*/ 609600 h 5029200"/>
                  <a:gd name="connsiteX729" fmla="*/ 3200400 w 5029200"/>
                  <a:gd name="connsiteY729" fmla="*/ 609600 h 5029200"/>
                  <a:gd name="connsiteX730" fmla="*/ 3200400 w 5029200"/>
                  <a:gd name="connsiteY730" fmla="*/ 457200 h 5029200"/>
                  <a:gd name="connsiteX731" fmla="*/ 3200400 w 5029200"/>
                  <a:gd name="connsiteY731" fmla="*/ 304800 h 5029200"/>
                  <a:gd name="connsiteX732" fmla="*/ 3048000 w 5029200"/>
                  <a:gd name="connsiteY732" fmla="*/ 304800 h 5029200"/>
                  <a:gd name="connsiteX733" fmla="*/ 3048000 w 5029200"/>
                  <a:gd name="connsiteY733" fmla="*/ 152400 h 5029200"/>
                  <a:gd name="connsiteX734" fmla="*/ 2895600 w 5029200"/>
                  <a:gd name="connsiteY734" fmla="*/ 152400 h 5029200"/>
                  <a:gd name="connsiteX735" fmla="*/ 2895600 w 5029200"/>
                  <a:gd name="connsiteY735" fmla="*/ 0 h 5029200"/>
                  <a:gd name="connsiteX736" fmla="*/ 2895600 w 5029200"/>
                  <a:gd name="connsiteY736" fmla="*/ 762000 h 5029200"/>
                  <a:gd name="connsiteX737" fmla="*/ 3048000 w 5029200"/>
                  <a:gd name="connsiteY737" fmla="*/ 762000 h 5029200"/>
                  <a:gd name="connsiteX738" fmla="*/ 3048000 w 5029200"/>
                  <a:gd name="connsiteY738" fmla="*/ 914400 h 5029200"/>
                  <a:gd name="connsiteX739" fmla="*/ 2895600 w 5029200"/>
                  <a:gd name="connsiteY739" fmla="*/ 914400 h 5029200"/>
                  <a:gd name="connsiteX740" fmla="*/ 2895600 w 5029200"/>
                  <a:gd name="connsiteY740" fmla="*/ 762000 h 5029200"/>
                  <a:gd name="connsiteX741" fmla="*/ 2895600 w 5029200"/>
                  <a:gd name="connsiteY741" fmla="*/ 1981200 h 5029200"/>
                  <a:gd name="connsiteX742" fmla="*/ 3048000 w 5029200"/>
                  <a:gd name="connsiteY742" fmla="*/ 1981200 h 5029200"/>
                  <a:gd name="connsiteX743" fmla="*/ 3048000 w 5029200"/>
                  <a:gd name="connsiteY743" fmla="*/ 2133600 h 5029200"/>
                  <a:gd name="connsiteX744" fmla="*/ 2895600 w 5029200"/>
                  <a:gd name="connsiteY744" fmla="*/ 2133600 h 5029200"/>
                  <a:gd name="connsiteX745" fmla="*/ 2895600 w 5029200"/>
                  <a:gd name="connsiteY745" fmla="*/ 1981200 h 5029200"/>
                  <a:gd name="connsiteX746" fmla="*/ 2895600 w 5029200"/>
                  <a:gd name="connsiteY746" fmla="*/ 3200400 h 5029200"/>
                  <a:gd name="connsiteX747" fmla="*/ 3048000 w 5029200"/>
                  <a:gd name="connsiteY747" fmla="*/ 3200400 h 5029200"/>
                  <a:gd name="connsiteX748" fmla="*/ 3048000 w 5029200"/>
                  <a:gd name="connsiteY748" fmla="*/ 3352800 h 5029200"/>
                  <a:gd name="connsiteX749" fmla="*/ 2895600 w 5029200"/>
                  <a:gd name="connsiteY749" fmla="*/ 3352800 h 5029200"/>
                  <a:gd name="connsiteX750" fmla="*/ 2895600 w 5029200"/>
                  <a:gd name="connsiteY750" fmla="*/ 3200400 h 5029200"/>
                  <a:gd name="connsiteX751" fmla="*/ 3048000 w 5029200"/>
                  <a:gd name="connsiteY751" fmla="*/ 2133600 h 5029200"/>
                  <a:gd name="connsiteX752" fmla="*/ 3200400 w 5029200"/>
                  <a:gd name="connsiteY752" fmla="*/ 2133600 h 5029200"/>
                  <a:gd name="connsiteX753" fmla="*/ 3200400 w 5029200"/>
                  <a:gd name="connsiteY753" fmla="*/ 2286000 h 5029200"/>
                  <a:gd name="connsiteX754" fmla="*/ 3048000 w 5029200"/>
                  <a:gd name="connsiteY754" fmla="*/ 2286000 h 5029200"/>
                  <a:gd name="connsiteX755" fmla="*/ 3048000 w 5029200"/>
                  <a:gd name="connsiteY755" fmla="*/ 2133600 h 5029200"/>
                  <a:gd name="connsiteX756" fmla="*/ 3048000 w 5029200"/>
                  <a:gd name="connsiteY756" fmla="*/ 2590800 h 5029200"/>
                  <a:gd name="connsiteX757" fmla="*/ 3200400 w 5029200"/>
                  <a:gd name="connsiteY757" fmla="*/ 2590800 h 5029200"/>
                  <a:gd name="connsiteX758" fmla="*/ 3200400 w 5029200"/>
                  <a:gd name="connsiteY758" fmla="*/ 2743200 h 5029200"/>
                  <a:gd name="connsiteX759" fmla="*/ 3048000 w 5029200"/>
                  <a:gd name="connsiteY759" fmla="*/ 2743200 h 5029200"/>
                  <a:gd name="connsiteX760" fmla="*/ 3048000 w 5029200"/>
                  <a:gd name="connsiteY760" fmla="*/ 2590800 h 5029200"/>
                  <a:gd name="connsiteX761" fmla="*/ 3200400 w 5029200"/>
                  <a:gd name="connsiteY761" fmla="*/ 1828800 h 5029200"/>
                  <a:gd name="connsiteX762" fmla="*/ 3352800 w 5029200"/>
                  <a:gd name="connsiteY762" fmla="*/ 1828800 h 5029200"/>
                  <a:gd name="connsiteX763" fmla="*/ 3505200 w 5029200"/>
                  <a:gd name="connsiteY763" fmla="*/ 1828800 h 5029200"/>
                  <a:gd name="connsiteX764" fmla="*/ 3505200 w 5029200"/>
                  <a:gd name="connsiteY764" fmla="*/ 1981200 h 5029200"/>
                  <a:gd name="connsiteX765" fmla="*/ 3657600 w 5029200"/>
                  <a:gd name="connsiteY765" fmla="*/ 1981200 h 5029200"/>
                  <a:gd name="connsiteX766" fmla="*/ 3657600 w 5029200"/>
                  <a:gd name="connsiteY766" fmla="*/ 1828800 h 5029200"/>
                  <a:gd name="connsiteX767" fmla="*/ 3810000 w 5029200"/>
                  <a:gd name="connsiteY767" fmla="*/ 1828800 h 5029200"/>
                  <a:gd name="connsiteX768" fmla="*/ 3810000 w 5029200"/>
                  <a:gd name="connsiteY768" fmla="*/ 1981200 h 5029200"/>
                  <a:gd name="connsiteX769" fmla="*/ 3962400 w 5029200"/>
                  <a:gd name="connsiteY769" fmla="*/ 1981200 h 5029200"/>
                  <a:gd name="connsiteX770" fmla="*/ 3962400 w 5029200"/>
                  <a:gd name="connsiteY770" fmla="*/ 2133600 h 5029200"/>
                  <a:gd name="connsiteX771" fmla="*/ 3810000 w 5029200"/>
                  <a:gd name="connsiteY771" fmla="*/ 2133600 h 5029200"/>
                  <a:gd name="connsiteX772" fmla="*/ 3657600 w 5029200"/>
                  <a:gd name="connsiteY772" fmla="*/ 2133600 h 5029200"/>
                  <a:gd name="connsiteX773" fmla="*/ 3505200 w 5029200"/>
                  <a:gd name="connsiteY773" fmla="*/ 2133600 h 5029200"/>
                  <a:gd name="connsiteX774" fmla="*/ 3352800 w 5029200"/>
                  <a:gd name="connsiteY774" fmla="*/ 2133600 h 5029200"/>
                  <a:gd name="connsiteX775" fmla="*/ 3200400 w 5029200"/>
                  <a:gd name="connsiteY775" fmla="*/ 2133600 h 5029200"/>
                  <a:gd name="connsiteX776" fmla="*/ 3200400 w 5029200"/>
                  <a:gd name="connsiteY776" fmla="*/ 1981200 h 5029200"/>
                  <a:gd name="connsiteX777" fmla="*/ 3200400 w 5029200"/>
                  <a:gd name="connsiteY777" fmla="*/ 1828800 h 5029200"/>
                  <a:gd name="connsiteX778" fmla="*/ 3200400 w 5029200"/>
                  <a:gd name="connsiteY778" fmla="*/ 2743200 h 5029200"/>
                  <a:gd name="connsiteX779" fmla="*/ 3352800 w 5029200"/>
                  <a:gd name="connsiteY779" fmla="*/ 2743200 h 5029200"/>
                  <a:gd name="connsiteX780" fmla="*/ 3352800 w 5029200"/>
                  <a:gd name="connsiteY780" fmla="*/ 2895600 h 5029200"/>
                  <a:gd name="connsiteX781" fmla="*/ 3200400 w 5029200"/>
                  <a:gd name="connsiteY781" fmla="*/ 2895600 h 5029200"/>
                  <a:gd name="connsiteX782" fmla="*/ 3200400 w 5029200"/>
                  <a:gd name="connsiteY782" fmla="*/ 2743200 h 5029200"/>
                  <a:gd name="connsiteX783" fmla="*/ 3352800 w 5029200"/>
                  <a:gd name="connsiteY783" fmla="*/ 1219200 h 5029200"/>
                  <a:gd name="connsiteX784" fmla="*/ 3505200 w 5029200"/>
                  <a:gd name="connsiteY784" fmla="*/ 1219200 h 5029200"/>
                  <a:gd name="connsiteX785" fmla="*/ 3505200 w 5029200"/>
                  <a:gd name="connsiteY785" fmla="*/ 1066800 h 5029200"/>
                  <a:gd name="connsiteX786" fmla="*/ 3657600 w 5029200"/>
                  <a:gd name="connsiteY786" fmla="*/ 1066800 h 5029200"/>
                  <a:gd name="connsiteX787" fmla="*/ 3657600 w 5029200"/>
                  <a:gd name="connsiteY787" fmla="*/ 1219200 h 5029200"/>
                  <a:gd name="connsiteX788" fmla="*/ 3657600 w 5029200"/>
                  <a:gd name="connsiteY788" fmla="*/ 1371600 h 5029200"/>
                  <a:gd name="connsiteX789" fmla="*/ 3657600 w 5029200"/>
                  <a:gd name="connsiteY789" fmla="*/ 1524000 h 5029200"/>
                  <a:gd name="connsiteX790" fmla="*/ 3657600 w 5029200"/>
                  <a:gd name="connsiteY790" fmla="*/ 1676400 h 5029200"/>
                  <a:gd name="connsiteX791" fmla="*/ 3505200 w 5029200"/>
                  <a:gd name="connsiteY791" fmla="*/ 1676400 h 5029200"/>
                  <a:gd name="connsiteX792" fmla="*/ 3505200 w 5029200"/>
                  <a:gd name="connsiteY792" fmla="*/ 1524000 h 5029200"/>
                  <a:gd name="connsiteX793" fmla="*/ 3505200 w 5029200"/>
                  <a:gd name="connsiteY793" fmla="*/ 1371600 h 5029200"/>
                  <a:gd name="connsiteX794" fmla="*/ 3352800 w 5029200"/>
                  <a:gd name="connsiteY794" fmla="*/ 1371600 h 5029200"/>
                  <a:gd name="connsiteX795" fmla="*/ 3352800 w 5029200"/>
                  <a:gd name="connsiteY795" fmla="*/ 1219200 h 5029200"/>
                  <a:gd name="connsiteX796" fmla="*/ 3352800 w 5029200"/>
                  <a:gd name="connsiteY796" fmla="*/ 2590800 h 5029200"/>
                  <a:gd name="connsiteX797" fmla="*/ 3505200 w 5029200"/>
                  <a:gd name="connsiteY797" fmla="*/ 2590800 h 5029200"/>
                  <a:gd name="connsiteX798" fmla="*/ 3505200 w 5029200"/>
                  <a:gd name="connsiteY798" fmla="*/ 2743200 h 5029200"/>
                  <a:gd name="connsiteX799" fmla="*/ 3352800 w 5029200"/>
                  <a:gd name="connsiteY799" fmla="*/ 2743200 h 5029200"/>
                  <a:gd name="connsiteX800" fmla="*/ 3352800 w 5029200"/>
                  <a:gd name="connsiteY800" fmla="*/ 2590800 h 5029200"/>
                  <a:gd name="connsiteX801" fmla="*/ 3352800 w 5029200"/>
                  <a:gd name="connsiteY801" fmla="*/ 3048000 h 5029200"/>
                  <a:gd name="connsiteX802" fmla="*/ 3505200 w 5029200"/>
                  <a:gd name="connsiteY802" fmla="*/ 3048000 h 5029200"/>
                  <a:gd name="connsiteX803" fmla="*/ 3505200 w 5029200"/>
                  <a:gd name="connsiteY803" fmla="*/ 3200400 h 5029200"/>
                  <a:gd name="connsiteX804" fmla="*/ 3352800 w 5029200"/>
                  <a:gd name="connsiteY804" fmla="*/ 3200400 h 5029200"/>
                  <a:gd name="connsiteX805" fmla="*/ 3352800 w 5029200"/>
                  <a:gd name="connsiteY805" fmla="*/ 3048000 h 5029200"/>
                  <a:gd name="connsiteX806" fmla="*/ 3352800 w 5029200"/>
                  <a:gd name="connsiteY806" fmla="*/ 4724400 h 5029200"/>
                  <a:gd name="connsiteX807" fmla="*/ 3505200 w 5029200"/>
                  <a:gd name="connsiteY807" fmla="*/ 4724400 h 5029200"/>
                  <a:gd name="connsiteX808" fmla="*/ 3657600 w 5029200"/>
                  <a:gd name="connsiteY808" fmla="*/ 4724400 h 5029200"/>
                  <a:gd name="connsiteX809" fmla="*/ 3657600 w 5029200"/>
                  <a:gd name="connsiteY809" fmla="*/ 4876800 h 5029200"/>
                  <a:gd name="connsiteX810" fmla="*/ 3810000 w 5029200"/>
                  <a:gd name="connsiteY810" fmla="*/ 4876800 h 5029200"/>
                  <a:gd name="connsiteX811" fmla="*/ 3962400 w 5029200"/>
                  <a:gd name="connsiteY811" fmla="*/ 4876800 h 5029200"/>
                  <a:gd name="connsiteX812" fmla="*/ 3962400 w 5029200"/>
                  <a:gd name="connsiteY812" fmla="*/ 5029200 h 5029200"/>
                  <a:gd name="connsiteX813" fmla="*/ 3810000 w 5029200"/>
                  <a:gd name="connsiteY813" fmla="*/ 5029200 h 5029200"/>
                  <a:gd name="connsiteX814" fmla="*/ 3657600 w 5029200"/>
                  <a:gd name="connsiteY814" fmla="*/ 5029200 h 5029200"/>
                  <a:gd name="connsiteX815" fmla="*/ 3505200 w 5029200"/>
                  <a:gd name="connsiteY815" fmla="*/ 5029200 h 5029200"/>
                  <a:gd name="connsiteX816" fmla="*/ 3505200 w 5029200"/>
                  <a:gd name="connsiteY816" fmla="*/ 4876800 h 5029200"/>
                  <a:gd name="connsiteX817" fmla="*/ 3352800 w 5029200"/>
                  <a:gd name="connsiteY817" fmla="*/ 4876800 h 5029200"/>
                  <a:gd name="connsiteX818" fmla="*/ 3352800 w 5029200"/>
                  <a:gd name="connsiteY818" fmla="*/ 4724400 h 5029200"/>
                  <a:gd name="connsiteX819" fmla="*/ 3505200 w 5029200"/>
                  <a:gd name="connsiteY819" fmla="*/ 2743200 h 5029200"/>
                  <a:gd name="connsiteX820" fmla="*/ 3657600 w 5029200"/>
                  <a:gd name="connsiteY820" fmla="*/ 2743200 h 5029200"/>
                  <a:gd name="connsiteX821" fmla="*/ 3657600 w 5029200"/>
                  <a:gd name="connsiteY821" fmla="*/ 2895600 h 5029200"/>
                  <a:gd name="connsiteX822" fmla="*/ 3810000 w 5029200"/>
                  <a:gd name="connsiteY822" fmla="*/ 2895600 h 5029200"/>
                  <a:gd name="connsiteX823" fmla="*/ 3962400 w 5029200"/>
                  <a:gd name="connsiteY823" fmla="*/ 2895600 h 5029200"/>
                  <a:gd name="connsiteX824" fmla="*/ 3962400 w 5029200"/>
                  <a:gd name="connsiteY824" fmla="*/ 3048000 h 5029200"/>
                  <a:gd name="connsiteX825" fmla="*/ 3810000 w 5029200"/>
                  <a:gd name="connsiteY825" fmla="*/ 3048000 h 5029200"/>
                  <a:gd name="connsiteX826" fmla="*/ 3657600 w 5029200"/>
                  <a:gd name="connsiteY826" fmla="*/ 3048000 h 5029200"/>
                  <a:gd name="connsiteX827" fmla="*/ 3505200 w 5029200"/>
                  <a:gd name="connsiteY827" fmla="*/ 3048000 h 5029200"/>
                  <a:gd name="connsiteX828" fmla="*/ 3505200 w 5029200"/>
                  <a:gd name="connsiteY828" fmla="*/ 2895600 h 5029200"/>
                  <a:gd name="connsiteX829" fmla="*/ 3505200 w 5029200"/>
                  <a:gd name="connsiteY829" fmla="*/ 2743200 h 5029200"/>
                  <a:gd name="connsiteX830" fmla="*/ 3657600 w 5029200"/>
                  <a:gd name="connsiteY830" fmla="*/ 762000 h 5029200"/>
                  <a:gd name="connsiteX831" fmla="*/ 3810000 w 5029200"/>
                  <a:gd name="connsiteY831" fmla="*/ 762000 h 5029200"/>
                  <a:gd name="connsiteX832" fmla="*/ 3810000 w 5029200"/>
                  <a:gd name="connsiteY832" fmla="*/ 914400 h 5029200"/>
                  <a:gd name="connsiteX833" fmla="*/ 3810000 w 5029200"/>
                  <a:gd name="connsiteY833" fmla="*/ 1066800 h 5029200"/>
                  <a:gd name="connsiteX834" fmla="*/ 3657600 w 5029200"/>
                  <a:gd name="connsiteY834" fmla="*/ 1066800 h 5029200"/>
                  <a:gd name="connsiteX835" fmla="*/ 3657600 w 5029200"/>
                  <a:gd name="connsiteY835" fmla="*/ 914400 h 5029200"/>
                  <a:gd name="connsiteX836" fmla="*/ 3657600 w 5029200"/>
                  <a:gd name="connsiteY836" fmla="*/ 762000 h 5029200"/>
                  <a:gd name="connsiteX837" fmla="*/ 3657600 w 5029200"/>
                  <a:gd name="connsiteY837" fmla="*/ 2286000 h 5029200"/>
                  <a:gd name="connsiteX838" fmla="*/ 3810000 w 5029200"/>
                  <a:gd name="connsiteY838" fmla="*/ 2286000 h 5029200"/>
                  <a:gd name="connsiteX839" fmla="*/ 3810000 w 5029200"/>
                  <a:gd name="connsiteY839" fmla="*/ 2438400 h 5029200"/>
                  <a:gd name="connsiteX840" fmla="*/ 3657600 w 5029200"/>
                  <a:gd name="connsiteY840" fmla="*/ 2438400 h 5029200"/>
                  <a:gd name="connsiteX841" fmla="*/ 3657600 w 5029200"/>
                  <a:gd name="connsiteY841" fmla="*/ 2286000 h 5029200"/>
                  <a:gd name="connsiteX842" fmla="*/ 3657600 w 5029200"/>
                  <a:gd name="connsiteY842" fmla="*/ 2590800 h 5029200"/>
                  <a:gd name="connsiteX843" fmla="*/ 3810000 w 5029200"/>
                  <a:gd name="connsiteY843" fmla="*/ 2590800 h 5029200"/>
                  <a:gd name="connsiteX844" fmla="*/ 3810000 w 5029200"/>
                  <a:gd name="connsiteY844" fmla="*/ 2743200 h 5029200"/>
                  <a:gd name="connsiteX845" fmla="*/ 3657600 w 5029200"/>
                  <a:gd name="connsiteY845" fmla="*/ 2743200 h 5029200"/>
                  <a:gd name="connsiteX846" fmla="*/ 3657600 w 5029200"/>
                  <a:gd name="connsiteY846" fmla="*/ 2590800 h 5029200"/>
                  <a:gd name="connsiteX847" fmla="*/ 3657600 w 5029200"/>
                  <a:gd name="connsiteY847" fmla="*/ 3200400 h 5029200"/>
                  <a:gd name="connsiteX848" fmla="*/ 3810000 w 5029200"/>
                  <a:gd name="connsiteY848" fmla="*/ 3200400 h 5029200"/>
                  <a:gd name="connsiteX849" fmla="*/ 3810000 w 5029200"/>
                  <a:gd name="connsiteY849" fmla="*/ 3352800 h 5029200"/>
                  <a:gd name="connsiteX850" fmla="*/ 3657600 w 5029200"/>
                  <a:gd name="connsiteY850" fmla="*/ 3352800 h 5029200"/>
                  <a:gd name="connsiteX851" fmla="*/ 3657600 w 5029200"/>
                  <a:gd name="connsiteY851" fmla="*/ 3200400 h 5029200"/>
                  <a:gd name="connsiteX852" fmla="*/ 3810000 w 5029200"/>
                  <a:gd name="connsiteY852" fmla="*/ 3810000 h 5029200"/>
                  <a:gd name="connsiteX853" fmla="*/ 3810000 w 5029200"/>
                  <a:gd name="connsiteY853" fmla="*/ 3962400 h 5029200"/>
                  <a:gd name="connsiteX854" fmla="*/ 3810000 w 5029200"/>
                  <a:gd name="connsiteY854" fmla="*/ 4114800 h 5029200"/>
                  <a:gd name="connsiteX855" fmla="*/ 3810000 w 5029200"/>
                  <a:gd name="connsiteY855" fmla="*/ 4267200 h 5029200"/>
                  <a:gd name="connsiteX856" fmla="*/ 3962400 w 5029200"/>
                  <a:gd name="connsiteY856" fmla="*/ 4267200 h 5029200"/>
                  <a:gd name="connsiteX857" fmla="*/ 4114800 w 5029200"/>
                  <a:gd name="connsiteY857" fmla="*/ 4267200 h 5029200"/>
                  <a:gd name="connsiteX858" fmla="*/ 4267200 w 5029200"/>
                  <a:gd name="connsiteY858" fmla="*/ 4267200 h 5029200"/>
                  <a:gd name="connsiteX859" fmla="*/ 4267200 w 5029200"/>
                  <a:gd name="connsiteY859" fmla="*/ 4114800 h 5029200"/>
                  <a:gd name="connsiteX860" fmla="*/ 4267200 w 5029200"/>
                  <a:gd name="connsiteY860" fmla="*/ 3962400 h 5029200"/>
                  <a:gd name="connsiteX861" fmla="*/ 4267200 w 5029200"/>
                  <a:gd name="connsiteY861" fmla="*/ 3810000 h 5029200"/>
                  <a:gd name="connsiteX862" fmla="*/ 4114800 w 5029200"/>
                  <a:gd name="connsiteY862" fmla="*/ 3810000 h 5029200"/>
                  <a:gd name="connsiteX863" fmla="*/ 3962400 w 5029200"/>
                  <a:gd name="connsiteY863" fmla="*/ 3810000 h 5029200"/>
                  <a:gd name="connsiteX864" fmla="*/ 3810000 w 5029200"/>
                  <a:gd name="connsiteY864" fmla="*/ 3810000 h 5029200"/>
                  <a:gd name="connsiteX865" fmla="*/ 3810000 w 5029200"/>
                  <a:gd name="connsiteY865" fmla="*/ 1371600 h 5029200"/>
                  <a:gd name="connsiteX866" fmla="*/ 3962400 w 5029200"/>
                  <a:gd name="connsiteY866" fmla="*/ 1371600 h 5029200"/>
                  <a:gd name="connsiteX867" fmla="*/ 3962400 w 5029200"/>
                  <a:gd name="connsiteY867" fmla="*/ 1524000 h 5029200"/>
                  <a:gd name="connsiteX868" fmla="*/ 3962400 w 5029200"/>
                  <a:gd name="connsiteY868" fmla="*/ 1676400 h 5029200"/>
                  <a:gd name="connsiteX869" fmla="*/ 3810000 w 5029200"/>
                  <a:gd name="connsiteY869" fmla="*/ 1676400 h 5029200"/>
                  <a:gd name="connsiteX870" fmla="*/ 3810000 w 5029200"/>
                  <a:gd name="connsiteY870" fmla="*/ 1524000 h 5029200"/>
                  <a:gd name="connsiteX871" fmla="*/ 3810000 w 5029200"/>
                  <a:gd name="connsiteY871" fmla="*/ 1371600 h 5029200"/>
                  <a:gd name="connsiteX872" fmla="*/ 3810000 w 5029200"/>
                  <a:gd name="connsiteY872" fmla="*/ 2438400 h 5029200"/>
                  <a:gd name="connsiteX873" fmla="*/ 3962400 w 5029200"/>
                  <a:gd name="connsiteY873" fmla="*/ 2438400 h 5029200"/>
                  <a:gd name="connsiteX874" fmla="*/ 4114800 w 5029200"/>
                  <a:gd name="connsiteY874" fmla="*/ 2438400 h 5029200"/>
                  <a:gd name="connsiteX875" fmla="*/ 4267200 w 5029200"/>
                  <a:gd name="connsiteY875" fmla="*/ 2438400 h 5029200"/>
                  <a:gd name="connsiteX876" fmla="*/ 4267200 w 5029200"/>
                  <a:gd name="connsiteY876" fmla="*/ 2590800 h 5029200"/>
                  <a:gd name="connsiteX877" fmla="*/ 4419600 w 5029200"/>
                  <a:gd name="connsiteY877" fmla="*/ 2590800 h 5029200"/>
                  <a:gd name="connsiteX878" fmla="*/ 4419600 w 5029200"/>
                  <a:gd name="connsiteY878" fmla="*/ 2438400 h 5029200"/>
                  <a:gd name="connsiteX879" fmla="*/ 4572000 w 5029200"/>
                  <a:gd name="connsiteY879" fmla="*/ 2438400 h 5029200"/>
                  <a:gd name="connsiteX880" fmla="*/ 4572000 w 5029200"/>
                  <a:gd name="connsiteY880" fmla="*/ 2286000 h 5029200"/>
                  <a:gd name="connsiteX881" fmla="*/ 4724400 w 5029200"/>
                  <a:gd name="connsiteY881" fmla="*/ 2286000 h 5029200"/>
                  <a:gd name="connsiteX882" fmla="*/ 4876800 w 5029200"/>
                  <a:gd name="connsiteY882" fmla="*/ 2286000 h 5029200"/>
                  <a:gd name="connsiteX883" fmla="*/ 4876800 w 5029200"/>
                  <a:gd name="connsiteY883" fmla="*/ 2438400 h 5029200"/>
                  <a:gd name="connsiteX884" fmla="*/ 4724400 w 5029200"/>
                  <a:gd name="connsiteY884" fmla="*/ 2438400 h 5029200"/>
                  <a:gd name="connsiteX885" fmla="*/ 4724400 w 5029200"/>
                  <a:gd name="connsiteY885" fmla="*/ 2590800 h 5029200"/>
                  <a:gd name="connsiteX886" fmla="*/ 4572000 w 5029200"/>
                  <a:gd name="connsiteY886" fmla="*/ 2590800 h 5029200"/>
                  <a:gd name="connsiteX887" fmla="*/ 4572000 w 5029200"/>
                  <a:gd name="connsiteY887" fmla="*/ 2743200 h 5029200"/>
                  <a:gd name="connsiteX888" fmla="*/ 4724400 w 5029200"/>
                  <a:gd name="connsiteY888" fmla="*/ 2743200 h 5029200"/>
                  <a:gd name="connsiteX889" fmla="*/ 4724400 w 5029200"/>
                  <a:gd name="connsiteY889" fmla="*/ 2895600 h 5029200"/>
                  <a:gd name="connsiteX890" fmla="*/ 4724400 w 5029200"/>
                  <a:gd name="connsiteY890" fmla="*/ 3048000 h 5029200"/>
                  <a:gd name="connsiteX891" fmla="*/ 4572000 w 5029200"/>
                  <a:gd name="connsiteY891" fmla="*/ 3048000 h 5029200"/>
                  <a:gd name="connsiteX892" fmla="*/ 4572000 w 5029200"/>
                  <a:gd name="connsiteY892" fmla="*/ 3200400 h 5029200"/>
                  <a:gd name="connsiteX893" fmla="*/ 4419600 w 5029200"/>
                  <a:gd name="connsiteY893" fmla="*/ 3200400 h 5029200"/>
                  <a:gd name="connsiteX894" fmla="*/ 4419600 w 5029200"/>
                  <a:gd name="connsiteY894" fmla="*/ 3048000 h 5029200"/>
                  <a:gd name="connsiteX895" fmla="*/ 4419600 w 5029200"/>
                  <a:gd name="connsiteY895" fmla="*/ 2895600 h 5029200"/>
                  <a:gd name="connsiteX896" fmla="*/ 4267200 w 5029200"/>
                  <a:gd name="connsiteY896" fmla="*/ 2895600 h 5029200"/>
                  <a:gd name="connsiteX897" fmla="*/ 4267200 w 5029200"/>
                  <a:gd name="connsiteY897" fmla="*/ 2743200 h 5029200"/>
                  <a:gd name="connsiteX898" fmla="*/ 4114800 w 5029200"/>
                  <a:gd name="connsiteY898" fmla="*/ 2743200 h 5029200"/>
                  <a:gd name="connsiteX899" fmla="*/ 4114800 w 5029200"/>
                  <a:gd name="connsiteY899" fmla="*/ 2590800 h 5029200"/>
                  <a:gd name="connsiteX900" fmla="*/ 3962400 w 5029200"/>
                  <a:gd name="connsiteY900" fmla="*/ 2590800 h 5029200"/>
                  <a:gd name="connsiteX901" fmla="*/ 3810000 w 5029200"/>
                  <a:gd name="connsiteY901" fmla="*/ 2590800 h 5029200"/>
                  <a:gd name="connsiteX902" fmla="*/ 3810000 w 5029200"/>
                  <a:gd name="connsiteY902" fmla="*/ 2438400 h 5029200"/>
                  <a:gd name="connsiteX903" fmla="*/ 3962400 w 5029200"/>
                  <a:gd name="connsiteY903" fmla="*/ 1676400 h 5029200"/>
                  <a:gd name="connsiteX904" fmla="*/ 4114800 w 5029200"/>
                  <a:gd name="connsiteY904" fmla="*/ 1676400 h 5029200"/>
                  <a:gd name="connsiteX905" fmla="*/ 4114800 w 5029200"/>
                  <a:gd name="connsiteY905" fmla="*/ 1524000 h 5029200"/>
                  <a:gd name="connsiteX906" fmla="*/ 4114800 w 5029200"/>
                  <a:gd name="connsiteY906" fmla="*/ 1371600 h 5029200"/>
                  <a:gd name="connsiteX907" fmla="*/ 4267200 w 5029200"/>
                  <a:gd name="connsiteY907" fmla="*/ 1371600 h 5029200"/>
                  <a:gd name="connsiteX908" fmla="*/ 4419600 w 5029200"/>
                  <a:gd name="connsiteY908" fmla="*/ 1371600 h 5029200"/>
                  <a:gd name="connsiteX909" fmla="*/ 4419600 w 5029200"/>
                  <a:gd name="connsiteY909" fmla="*/ 1219200 h 5029200"/>
                  <a:gd name="connsiteX910" fmla="*/ 4572000 w 5029200"/>
                  <a:gd name="connsiteY910" fmla="*/ 1219200 h 5029200"/>
                  <a:gd name="connsiteX911" fmla="*/ 4724400 w 5029200"/>
                  <a:gd name="connsiteY911" fmla="*/ 1219200 h 5029200"/>
                  <a:gd name="connsiteX912" fmla="*/ 4724400 w 5029200"/>
                  <a:gd name="connsiteY912" fmla="*/ 1371600 h 5029200"/>
                  <a:gd name="connsiteX913" fmla="*/ 4724400 w 5029200"/>
                  <a:gd name="connsiteY913" fmla="*/ 1524000 h 5029200"/>
                  <a:gd name="connsiteX914" fmla="*/ 4876800 w 5029200"/>
                  <a:gd name="connsiteY914" fmla="*/ 1524000 h 5029200"/>
                  <a:gd name="connsiteX915" fmla="*/ 5029200 w 5029200"/>
                  <a:gd name="connsiteY915" fmla="*/ 1524000 h 5029200"/>
                  <a:gd name="connsiteX916" fmla="*/ 5029200 w 5029200"/>
                  <a:gd name="connsiteY916" fmla="*/ 1676400 h 5029200"/>
                  <a:gd name="connsiteX917" fmla="*/ 5029200 w 5029200"/>
                  <a:gd name="connsiteY917" fmla="*/ 1828800 h 5029200"/>
                  <a:gd name="connsiteX918" fmla="*/ 5029200 w 5029200"/>
                  <a:gd name="connsiteY918" fmla="*/ 1981200 h 5029200"/>
                  <a:gd name="connsiteX919" fmla="*/ 4876800 w 5029200"/>
                  <a:gd name="connsiteY919" fmla="*/ 1981200 h 5029200"/>
                  <a:gd name="connsiteX920" fmla="*/ 4876800 w 5029200"/>
                  <a:gd name="connsiteY920" fmla="*/ 2133600 h 5029200"/>
                  <a:gd name="connsiteX921" fmla="*/ 4724400 w 5029200"/>
                  <a:gd name="connsiteY921" fmla="*/ 2133600 h 5029200"/>
                  <a:gd name="connsiteX922" fmla="*/ 4572000 w 5029200"/>
                  <a:gd name="connsiteY922" fmla="*/ 2133600 h 5029200"/>
                  <a:gd name="connsiteX923" fmla="*/ 4572000 w 5029200"/>
                  <a:gd name="connsiteY923" fmla="*/ 1981200 h 5029200"/>
                  <a:gd name="connsiteX924" fmla="*/ 4572000 w 5029200"/>
                  <a:gd name="connsiteY924" fmla="*/ 1828800 h 5029200"/>
                  <a:gd name="connsiteX925" fmla="*/ 4572000 w 5029200"/>
                  <a:gd name="connsiteY925" fmla="*/ 1676400 h 5029200"/>
                  <a:gd name="connsiteX926" fmla="*/ 4572000 w 5029200"/>
                  <a:gd name="connsiteY926" fmla="*/ 1524000 h 5029200"/>
                  <a:gd name="connsiteX927" fmla="*/ 4419600 w 5029200"/>
                  <a:gd name="connsiteY927" fmla="*/ 1524000 h 5029200"/>
                  <a:gd name="connsiteX928" fmla="*/ 4267200 w 5029200"/>
                  <a:gd name="connsiteY928" fmla="*/ 1524000 h 5029200"/>
                  <a:gd name="connsiteX929" fmla="*/ 4267200 w 5029200"/>
                  <a:gd name="connsiteY929" fmla="*/ 1676400 h 5029200"/>
                  <a:gd name="connsiteX930" fmla="*/ 4419600 w 5029200"/>
                  <a:gd name="connsiteY930" fmla="*/ 1676400 h 5029200"/>
                  <a:gd name="connsiteX931" fmla="*/ 4419600 w 5029200"/>
                  <a:gd name="connsiteY931" fmla="*/ 1828800 h 5029200"/>
                  <a:gd name="connsiteX932" fmla="*/ 4419600 w 5029200"/>
                  <a:gd name="connsiteY932" fmla="*/ 1981200 h 5029200"/>
                  <a:gd name="connsiteX933" fmla="*/ 4267200 w 5029200"/>
                  <a:gd name="connsiteY933" fmla="*/ 1981200 h 5029200"/>
                  <a:gd name="connsiteX934" fmla="*/ 4267200 w 5029200"/>
                  <a:gd name="connsiteY934" fmla="*/ 1828800 h 5029200"/>
                  <a:gd name="connsiteX935" fmla="*/ 4114800 w 5029200"/>
                  <a:gd name="connsiteY935" fmla="*/ 1828800 h 5029200"/>
                  <a:gd name="connsiteX936" fmla="*/ 4114800 w 5029200"/>
                  <a:gd name="connsiteY936" fmla="*/ 1981200 h 5029200"/>
                  <a:gd name="connsiteX937" fmla="*/ 3962400 w 5029200"/>
                  <a:gd name="connsiteY937" fmla="*/ 1981200 h 5029200"/>
                  <a:gd name="connsiteX938" fmla="*/ 3962400 w 5029200"/>
                  <a:gd name="connsiteY938" fmla="*/ 1828800 h 5029200"/>
                  <a:gd name="connsiteX939" fmla="*/ 3962400 w 5029200"/>
                  <a:gd name="connsiteY939" fmla="*/ 1676400 h 5029200"/>
                  <a:gd name="connsiteX940" fmla="*/ 3962400 w 5029200"/>
                  <a:gd name="connsiteY940" fmla="*/ 3962400 h 5029200"/>
                  <a:gd name="connsiteX941" fmla="*/ 4114800 w 5029200"/>
                  <a:gd name="connsiteY941" fmla="*/ 3962400 h 5029200"/>
                  <a:gd name="connsiteX942" fmla="*/ 4114800 w 5029200"/>
                  <a:gd name="connsiteY942" fmla="*/ 4114800 h 5029200"/>
                  <a:gd name="connsiteX943" fmla="*/ 3962400 w 5029200"/>
                  <a:gd name="connsiteY943" fmla="*/ 4114800 h 5029200"/>
                  <a:gd name="connsiteX944" fmla="*/ 3962400 w 5029200"/>
                  <a:gd name="connsiteY944" fmla="*/ 3962400 h 5029200"/>
                  <a:gd name="connsiteX945" fmla="*/ 4267200 w 5029200"/>
                  <a:gd name="connsiteY945" fmla="*/ 2133600 h 5029200"/>
                  <a:gd name="connsiteX946" fmla="*/ 4419600 w 5029200"/>
                  <a:gd name="connsiteY946" fmla="*/ 2133600 h 5029200"/>
                  <a:gd name="connsiteX947" fmla="*/ 4419600 w 5029200"/>
                  <a:gd name="connsiteY947" fmla="*/ 2286000 h 5029200"/>
                  <a:gd name="connsiteX948" fmla="*/ 4419600 w 5029200"/>
                  <a:gd name="connsiteY948" fmla="*/ 2438400 h 5029200"/>
                  <a:gd name="connsiteX949" fmla="*/ 4267200 w 5029200"/>
                  <a:gd name="connsiteY949" fmla="*/ 2438400 h 5029200"/>
                  <a:gd name="connsiteX950" fmla="*/ 4267200 w 5029200"/>
                  <a:gd name="connsiteY950" fmla="*/ 2286000 h 5029200"/>
                  <a:gd name="connsiteX951" fmla="*/ 4267200 w 5029200"/>
                  <a:gd name="connsiteY951" fmla="*/ 2133600 h 5029200"/>
                  <a:gd name="connsiteX952" fmla="*/ 4267200 w 5029200"/>
                  <a:gd name="connsiteY952" fmla="*/ 3200400 h 5029200"/>
                  <a:gd name="connsiteX953" fmla="*/ 4419600 w 5029200"/>
                  <a:gd name="connsiteY953" fmla="*/ 3200400 h 5029200"/>
                  <a:gd name="connsiteX954" fmla="*/ 4419600 w 5029200"/>
                  <a:gd name="connsiteY954" fmla="*/ 3352800 h 5029200"/>
                  <a:gd name="connsiteX955" fmla="*/ 4267200 w 5029200"/>
                  <a:gd name="connsiteY955" fmla="*/ 3352800 h 5029200"/>
                  <a:gd name="connsiteX956" fmla="*/ 4267200 w 5029200"/>
                  <a:gd name="connsiteY956" fmla="*/ 3200400 h 5029200"/>
                  <a:gd name="connsiteX957" fmla="*/ 4724400 w 5029200"/>
                  <a:gd name="connsiteY957" fmla="*/ 1676400 h 5029200"/>
                  <a:gd name="connsiteX958" fmla="*/ 4724400 w 5029200"/>
                  <a:gd name="connsiteY958" fmla="*/ 1828800 h 5029200"/>
                  <a:gd name="connsiteX959" fmla="*/ 4876800 w 5029200"/>
                  <a:gd name="connsiteY959" fmla="*/ 1828800 h 5029200"/>
                  <a:gd name="connsiteX960" fmla="*/ 4876800 w 5029200"/>
                  <a:gd name="connsiteY960" fmla="*/ 1676400 h 5029200"/>
                  <a:gd name="connsiteX961" fmla="*/ 4724400 w 5029200"/>
                  <a:gd name="connsiteY961" fmla="*/ 1676400 h 5029200"/>
                  <a:gd name="connsiteX962" fmla="*/ 4572000 w 5029200"/>
                  <a:gd name="connsiteY962" fmla="*/ 3352800 h 5029200"/>
                  <a:gd name="connsiteX963" fmla="*/ 4724400 w 5029200"/>
                  <a:gd name="connsiteY963" fmla="*/ 3352800 h 5029200"/>
                  <a:gd name="connsiteX964" fmla="*/ 4724400 w 5029200"/>
                  <a:gd name="connsiteY964" fmla="*/ 3505200 h 5029200"/>
                  <a:gd name="connsiteX965" fmla="*/ 4724400 w 5029200"/>
                  <a:gd name="connsiteY965" fmla="*/ 3657600 h 5029200"/>
                  <a:gd name="connsiteX966" fmla="*/ 4572000 w 5029200"/>
                  <a:gd name="connsiteY966" fmla="*/ 3657600 h 5029200"/>
                  <a:gd name="connsiteX967" fmla="*/ 4572000 w 5029200"/>
                  <a:gd name="connsiteY967" fmla="*/ 3505200 h 5029200"/>
                  <a:gd name="connsiteX968" fmla="*/ 4572000 w 5029200"/>
                  <a:gd name="connsiteY968" fmla="*/ 3352800 h 5029200"/>
                  <a:gd name="connsiteX969" fmla="*/ 4572000 w 5029200"/>
                  <a:gd name="connsiteY969" fmla="*/ 3810000 h 5029200"/>
                  <a:gd name="connsiteX970" fmla="*/ 4724400 w 5029200"/>
                  <a:gd name="connsiteY970" fmla="*/ 3810000 h 5029200"/>
                  <a:gd name="connsiteX971" fmla="*/ 4724400 w 5029200"/>
                  <a:gd name="connsiteY971" fmla="*/ 3657600 h 5029200"/>
                  <a:gd name="connsiteX972" fmla="*/ 4876800 w 5029200"/>
                  <a:gd name="connsiteY972" fmla="*/ 3657600 h 5029200"/>
                  <a:gd name="connsiteX973" fmla="*/ 4876800 w 5029200"/>
                  <a:gd name="connsiteY973" fmla="*/ 3505200 h 5029200"/>
                  <a:gd name="connsiteX974" fmla="*/ 4876800 w 5029200"/>
                  <a:gd name="connsiteY974" fmla="*/ 3352800 h 5029200"/>
                  <a:gd name="connsiteX975" fmla="*/ 5029200 w 5029200"/>
                  <a:gd name="connsiteY975" fmla="*/ 3352800 h 5029200"/>
                  <a:gd name="connsiteX976" fmla="*/ 5029200 w 5029200"/>
                  <a:gd name="connsiteY976" fmla="*/ 3505200 h 5029200"/>
                  <a:gd name="connsiteX977" fmla="*/ 5029200 w 5029200"/>
                  <a:gd name="connsiteY977" fmla="*/ 3657600 h 5029200"/>
                  <a:gd name="connsiteX978" fmla="*/ 5029200 w 5029200"/>
                  <a:gd name="connsiteY978" fmla="*/ 3810000 h 5029200"/>
                  <a:gd name="connsiteX979" fmla="*/ 4876800 w 5029200"/>
                  <a:gd name="connsiteY979" fmla="*/ 3810000 h 5029200"/>
                  <a:gd name="connsiteX980" fmla="*/ 4876800 w 5029200"/>
                  <a:gd name="connsiteY980" fmla="*/ 3962400 h 5029200"/>
                  <a:gd name="connsiteX981" fmla="*/ 4724400 w 5029200"/>
                  <a:gd name="connsiteY981" fmla="*/ 3962400 h 5029200"/>
                  <a:gd name="connsiteX982" fmla="*/ 4572000 w 5029200"/>
                  <a:gd name="connsiteY982" fmla="*/ 3962400 h 5029200"/>
                  <a:gd name="connsiteX983" fmla="*/ 4572000 w 5029200"/>
                  <a:gd name="connsiteY983" fmla="*/ 3810000 h 5029200"/>
                  <a:gd name="connsiteX984" fmla="*/ 4724400 w 5029200"/>
                  <a:gd name="connsiteY984" fmla="*/ 2590800 h 5029200"/>
                  <a:gd name="connsiteX985" fmla="*/ 4876800 w 5029200"/>
                  <a:gd name="connsiteY985" fmla="*/ 2590800 h 5029200"/>
                  <a:gd name="connsiteX986" fmla="*/ 5029200 w 5029200"/>
                  <a:gd name="connsiteY986" fmla="*/ 2590800 h 5029200"/>
                  <a:gd name="connsiteX987" fmla="*/ 5029200 w 5029200"/>
                  <a:gd name="connsiteY987" fmla="*/ 2743200 h 5029200"/>
                  <a:gd name="connsiteX988" fmla="*/ 5029200 w 5029200"/>
                  <a:gd name="connsiteY988" fmla="*/ 2895600 h 5029200"/>
                  <a:gd name="connsiteX989" fmla="*/ 5029200 w 5029200"/>
                  <a:gd name="connsiteY989" fmla="*/ 3048000 h 5029200"/>
                  <a:gd name="connsiteX990" fmla="*/ 4876800 w 5029200"/>
                  <a:gd name="connsiteY990" fmla="*/ 3048000 h 5029200"/>
                  <a:gd name="connsiteX991" fmla="*/ 4876800 w 5029200"/>
                  <a:gd name="connsiteY991" fmla="*/ 2895600 h 5029200"/>
                  <a:gd name="connsiteX992" fmla="*/ 4876800 w 5029200"/>
                  <a:gd name="connsiteY992" fmla="*/ 2743200 h 5029200"/>
                  <a:gd name="connsiteX993" fmla="*/ 4724400 w 5029200"/>
                  <a:gd name="connsiteY993" fmla="*/ 2743200 h 5029200"/>
                  <a:gd name="connsiteX994" fmla="*/ 4724400 w 5029200"/>
                  <a:gd name="connsiteY994" fmla="*/ 2590800 h 5029200"/>
                  <a:gd name="connsiteX995" fmla="*/ 4724400 w 5029200"/>
                  <a:gd name="connsiteY995" fmla="*/ 3048000 h 5029200"/>
                  <a:gd name="connsiteX996" fmla="*/ 4876800 w 5029200"/>
                  <a:gd name="connsiteY996" fmla="*/ 3048000 h 5029200"/>
                  <a:gd name="connsiteX997" fmla="*/ 4876800 w 5029200"/>
                  <a:gd name="connsiteY997" fmla="*/ 3200400 h 5029200"/>
                  <a:gd name="connsiteX998" fmla="*/ 4876800 w 5029200"/>
                  <a:gd name="connsiteY998" fmla="*/ 3352800 h 5029200"/>
                  <a:gd name="connsiteX999" fmla="*/ 4724400 w 5029200"/>
                  <a:gd name="connsiteY999" fmla="*/ 3352800 h 5029200"/>
                  <a:gd name="connsiteX1000" fmla="*/ 4724400 w 5029200"/>
                  <a:gd name="connsiteY1000" fmla="*/ 3200400 h 5029200"/>
                  <a:gd name="connsiteX1001" fmla="*/ 4724400 w 5029200"/>
                  <a:gd name="connsiteY1001" fmla="*/ 3048000 h 5029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</a:cxnLst>
                <a:rect l="l" t="t" r="r" b="b"/>
                <a:pathLst>
                  <a:path w="5029200" h="5029200">
                    <a:moveTo>
                      <a:pt x="0" y="1828800"/>
                    </a:moveTo>
                    <a:lnTo>
                      <a:pt x="152400" y="1828800"/>
                    </a:lnTo>
                    <a:lnTo>
                      <a:pt x="304800" y="1828800"/>
                    </a:lnTo>
                    <a:lnTo>
                      <a:pt x="304800" y="1981200"/>
                    </a:lnTo>
                    <a:lnTo>
                      <a:pt x="152400" y="1981200"/>
                    </a:lnTo>
                    <a:lnTo>
                      <a:pt x="152400" y="2133600"/>
                    </a:lnTo>
                    <a:lnTo>
                      <a:pt x="0" y="2133600"/>
                    </a:lnTo>
                    <a:lnTo>
                      <a:pt x="0" y="1981200"/>
                    </a:lnTo>
                    <a:lnTo>
                      <a:pt x="0" y="1828800"/>
                    </a:lnTo>
                    <a:moveTo>
                      <a:pt x="0" y="2286000"/>
                    </a:moveTo>
                    <a:lnTo>
                      <a:pt x="152400" y="2286000"/>
                    </a:lnTo>
                    <a:lnTo>
                      <a:pt x="152400" y="2133600"/>
                    </a:lnTo>
                    <a:lnTo>
                      <a:pt x="304800" y="2133600"/>
                    </a:lnTo>
                    <a:lnTo>
                      <a:pt x="304800" y="2286000"/>
                    </a:lnTo>
                    <a:lnTo>
                      <a:pt x="457200" y="2286000"/>
                    </a:lnTo>
                    <a:lnTo>
                      <a:pt x="457200" y="2438400"/>
                    </a:lnTo>
                    <a:lnTo>
                      <a:pt x="304800" y="2438400"/>
                    </a:lnTo>
                    <a:lnTo>
                      <a:pt x="152400" y="2438400"/>
                    </a:lnTo>
                    <a:lnTo>
                      <a:pt x="152400" y="2590800"/>
                    </a:lnTo>
                    <a:lnTo>
                      <a:pt x="0" y="2590800"/>
                    </a:lnTo>
                    <a:lnTo>
                      <a:pt x="0" y="2438400"/>
                    </a:lnTo>
                    <a:lnTo>
                      <a:pt x="0" y="2286000"/>
                    </a:lnTo>
                    <a:moveTo>
                      <a:pt x="0" y="2895600"/>
                    </a:moveTo>
                    <a:lnTo>
                      <a:pt x="152400" y="2895600"/>
                    </a:lnTo>
                    <a:lnTo>
                      <a:pt x="152400" y="3048000"/>
                    </a:lnTo>
                    <a:lnTo>
                      <a:pt x="152400" y="3200400"/>
                    </a:lnTo>
                    <a:lnTo>
                      <a:pt x="304800" y="3200400"/>
                    </a:lnTo>
                    <a:lnTo>
                      <a:pt x="304800" y="3352800"/>
                    </a:lnTo>
                    <a:lnTo>
                      <a:pt x="152400" y="3352800"/>
                    </a:lnTo>
                    <a:lnTo>
                      <a:pt x="152400" y="3505200"/>
                    </a:lnTo>
                    <a:lnTo>
                      <a:pt x="152400" y="3657600"/>
                    </a:lnTo>
                    <a:lnTo>
                      <a:pt x="304800" y="3657600"/>
                    </a:lnTo>
                    <a:lnTo>
                      <a:pt x="304800" y="3810000"/>
                    </a:lnTo>
                    <a:lnTo>
                      <a:pt x="152400" y="3810000"/>
                    </a:lnTo>
                    <a:lnTo>
                      <a:pt x="0" y="3810000"/>
                    </a:lnTo>
                    <a:lnTo>
                      <a:pt x="0" y="3657600"/>
                    </a:lnTo>
                    <a:lnTo>
                      <a:pt x="0" y="3505200"/>
                    </a:lnTo>
                    <a:lnTo>
                      <a:pt x="0" y="3352800"/>
                    </a:lnTo>
                    <a:lnTo>
                      <a:pt x="0" y="3200400"/>
                    </a:lnTo>
                    <a:lnTo>
                      <a:pt x="0" y="3048000"/>
                    </a:lnTo>
                    <a:lnTo>
                      <a:pt x="0" y="2895600"/>
                    </a:lnTo>
                    <a:moveTo>
                      <a:pt x="152400" y="1371600"/>
                    </a:moveTo>
                    <a:lnTo>
                      <a:pt x="304800" y="1371600"/>
                    </a:lnTo>
                    <a:lnTo>
                      <a:pt x="304800" y="1524000"/>
                    </a:lnTo>
                    <a:lnTo>
                      <a:pt x="152400" y="1524000"/>
                    </a:lnTo>
                    <a:lnTo>
                      <a:pt x="152400" y="1371600"/>
                    </a:lnTo>
                    <a:moveTo>
                      <a:pt x="152400" y="2590800"/>
                    </a:moveTo>
                    <a:lnTo>
                      <a:pt x="304800" y="2590800"/>
                    </a:lnTo>
                    <a:lnTo>
                      <a:pt x="304800" y="2743200"/>
                    </a:lnTo>
                    <a:lnTo>
                      <a:pt x="304800" y="2895600"/>
                    </a:lnTo>
                    <a:lnTo>
                      <a:pt x="152400" y="2895600"/>
                    </a:lnTo>
                    <a:lnTo>
                      <a:pt x="152400" y="2743200"/>
                    </a:lnTo>
                    <a:lnTo>
                      <a:pt x="152400" y="2590800"/>
                    </a:lnTo>
                    <a:moveTo>
                      <a:pt x="304800" y="1676400"/>
                    </a:moveTo>
                    <a:lnTo>
                      <a:pt x="457200" y="1676400"/>
                    </a:lnTo>
                    <a:lnTo>
                      <a:pt x="457200" y="1524000"/>
                    </a:lnTo>
                    <a:lnTo>
                      <a:pt x="457200" y="1371600"/>
                    </a:lnTo>
                    <a:lnTo>
                      <a:pt x="457200" y="1219200"/>
                    </a:lnTo>
                    <a:lnTo>
                      <a:pt x="609600" y="1219200"/>
                    </a:lnTo>
                    <a:lnTo>
                      <a:pt x="762000" y="1219200"/>
                    </a:lnTo>
                    <a:lnTo>
                      <a:pt x="762000" y="1371600"/>
                    </a:lnTo>
                    <a:lnTo>
                      <a:pt x="609600" y="1371600"/>
                    </a:lnTo>
                    <a:lnTo>
                      <a:pt x="609600" y="1524000"/>
                    </a:lnTo>
                    <a:lnTo>
                      <a:pt x="609600" y="1676400"/>
                    </a:lnTo>
                    <a:lnTo>
                      <a:pt x="762000" y="1676400"/>
                    </a:lnTo>
                    <a:lnTo>
                      <a:pt x="762000" y="1524000"/>
                    </a:lnTo>
                    <a:lnTo>
                      <a:pt x="762000" y="1371600"/>
                    </a:lnTo>
                    <a:lnTo>
                      <a:pt x="914400" y="1371600"/>
                    </a:lnTo>
                    <a:lnTo>
                      <a:pt x="914400" y="1524000"/>
                    </a:lnTo>
                    <a:lnTo>
                      <a:pt x="1066800" y="1524000"/>
                    </a:lnTo>
                    <a:lnTo>
                      <a:pt x="1066800" y="1676400"/>
                    </a:lnTo>
                    <a:lnTo>
                      <a:pt x="914400" y="1676400"/>
                    </a:lnTo>
                    <a:lnTo>
                      <a:pt x="914400" y="1828800"/>
                    </a:lnTo>
                    <a:lnTo>
                      <a:pt x="762000" y="1828800"/>
                    </a:lnTo>
                    <a:lnTo>
                      <a:pt x="609600" y="1828800"/>
                    </a:lnTo>
                    <a:lnTo>
                      <a:pt x="609600" y="1981200"/>
                    </a:lnTo>
                    <a:lnTo>
                      <a:pt x="762000" y="1981200"/>
                    </a:lnTo>
                    <a:lnTo>
                      <a:pt x="914400" y="1981200"/>
                    </a:lnTo>
                    <a:lnTo>
                      <a:pt x="914400" y="2133600"/>
                    </a:lnTo>
                    <a:lnTo>
                      <a:pt x="762000" y="2133600"/>
                    </a:lnTo>
                    <a:lnTo>
                      <a:pt x="762000" y="2286000"/>
                    </a:lnTo>
                    <a:lnTo>
                      <a:pt x="762000" y="2438400"/>
                    </a:lnTo>
                    <a:lnTo>
                      <a:pt x="762000" y="2590800"/>
                    </a:lnTo>
                    <a:lnTo>
                      <a:pt x="914400" y="2590800"/>
                    </a:lnTo>
                    <a:lnTo>
                      <a:pt x="914400" y="2743200"/>
                    </a:lnTo>
                    <a:lnTo>
                      <a:pt x="762000" y="2743200"/>
                    </a:lnTo>
                    <a:lnTo>
                      <a:pt x="762000" y="2895600"/>
                    </a:lnTo>
                    <a:lnTo>
                      <a:pt x="762000" y="3048000"/>
                    </a:lnTo>
                    <a:lnTo>
                      <a:pt x="914400" y="3048000"/>
                    </a:lnTo>
                    <a:lnTo>
                      <a:pt x="1066800" y="3048000"/>
                    </a:lnTo>
                    <a:lnTo>
                      <a:pt x="1219200" y="3048000"/>
                    </a:lnTo>
                    <a:lnTo>
                      <a:pt x="1371600" y="3048000"/>
                    </a:lnTo>
                    <a:lnTo>
                      <a:pt x="1371600" y="2895600"/>
                    </a:lnTo>
                    <a:lnTo>
                      <a:pt x="1371600" y="2743200"/>
                    </a:lnTo>
                    <a:lnTo>
                      <a:pt x="1219200" y="2743200"/>
                    </a:lnTo>
                    <a:lnTo>
                      <a:pt x="1219200" y="2895600"/>
                    </a:lnTo>
                    <a:lnTo>
                      <a:pt x="1066800" y="2895600"/>
                    </a:lnTo>
                    <a:lnTo>
                      <a:pt x="914400" y="2895600"/>
                    </a:lnTo>
                    <a:lnTo>
                      <a:pt x="914400" y="2743200"/>
                    </a:lnTo>
                    <a:lnTo>
                      <a:pt x="1066800" y="2743200"/>
                    </a:lnTo>
                    <a:lnTo>
                      <a:pt x="1066800" y="2590800"/>
                    </a:lnTo>
                    <a:lnTo>
                      <a:pt x="914400" y="2590800"/>
                    </a:lnTo>
                    <a:lnTo>
                      <a:pt x="914400" y="2438400"/>
                    </a:lnTo>
                    <a:lnTo>
                      <a:pt x="1066800" y="2438400"/>
                    </a:lnTo>
                    <a:lnTo>
                      <a:pt x="1066800" y="2286000"/>
                    </a:lnTo>
                    <a:lnTo>
                      <a:pt x="914400" y="2286000"/>
                    </a:lnTo>
                    <a:lnTo>
                      <a:pt x="914400" y="2133600"/>
                    </a:lnTo>
                    <a:lnTo>
                      <a:pt x="1066800" y="2133600"/>
                    </a:lnTo>
                    <a:lnTo>
                      <a:pt x="1219200" y="2133600"/>
                    </a:lnTo>
                    <a:lnTo>
                      <a:pt x="1219200" y="2286000"/>
                    </a:lnTo>
                    <a:lnTo>
                      <a:pt x="1371600" y="2286000"/>
                    </a:lnTo>
                    <a:lnTo>
                      <a:pt x="1524000" y="2286000"/>
                    </a:lnTo>
                    <a:lnTo>
                      <a:pt x="1524000" y="2438400"/>
                    </a:lnTo>
                    <a:lnTo>
                      <a:pt x="1676400" y="2438400"/>
                    </a:lnTo>
                    <a:lnTo>
                      <a:pt x="1676400" y="2590800"/>
                    </a:lnTo>
                    <a:lnTo>
                      <a:pt x="1676400" y="2743200"/>
                    </a:lnTo>
                    <a:lnTo>
                      <a:pt x="1676400" y="2895600"/>
                    </a:lnTo>
                    <a:lnTo>
                      <a:pt x="1524000" y="2895600"/>
                    </a:lnTo>
                    <a:lnTo>
                      <a:pt x="1524000" y="3048000"/>
                    </a:lnTo>
                    <a:lnTo>
                      <a:pt x="1524000" y="3200400"/>
                    </a:lnTo>
                    <a:lnTo>
                      <a:pt x="1371600" y="3200400"/>
                    </a:lnTo>
                    <a:lnTo>
                      <a:pt x="1219200" y="3200400"/>
                    </a:lnTo>
                    <a:lnTo>
                      <a:pt x="1219200" y="3352800"/>
                    </a:lnTo>
                    <a:lnTo>
                      <a:pt x="1371600" y="3352800"/>
                    </a:lnTo>
                    <a:lnTo>
                      <a:pt x="1371600" y="3505200"/>
                    </a:lnTo>
                    <a:lnTo>
                      <a:pt x="1524000" y="3505200"/>
                    </a:lnTo>
                    <a:lnTo>
                      <a:pt x="1524000" y="3352800"/>
                    </a:lnTo>
                    <a:lnTo>
                      <a:pt x="1676400" y="3352800"/>
                    </a:lnTo>
                    <a:lnTo>
                      <a:pt x="1676400" y="3505200"/>
                    </a:lnTo>
                    <a:lnTo>
                      <a:pt x="1828800" y="3505200"/>
                    </a:lnTo>
                    <a:lnTo>
                      <a:pt x="1828800" y="3657600"/>
                    </a:lnTo>
                    <a:lnTo>
                      <a:pt x="1676400" y="3657600"/>
                    </a:lnTo>
                    <a:lnTo>
                      <a:pt x="1676400" y="3810000"/>
                    </a:lnTo>
                    <a:lnTo>
                      <a:pt x="1828800" y="3810000"/>
                    </a:lnTo>
                    <a:lnTo>
                      <a:pt x="1981200" y="3810000"/>
                    </a:lnTo>
                    <a:lnTo>
                      <a:pt x="1981200" y="3657600"/>
                    </a:lnTo>
                    <a:lnTo>
                      <a:pt x="2133600" y="3657600"/>
                    </a:lnTo>
                    <a:lnTo>
                      <a:pt x="2133600" y="3810000"/>
                    </a:lnTo>
                    <a:lnTo>
                      <a:pt x="2133600" y="3962400"/>
                    </a:lnTo>
                    <a:lnTo>
                      <a:pt x="2286000" y="3962400"/>
                    </a:lnTo>
                    <a:lnTo>
                      <a:pt x="2286000" y="4114800"/>
                    </a:lnTo>
                    <a:lnTo>
                      <a:pt x="2286000" y="4267200"/>
                    </a:lnTo>
                    <a:lnTo>
                      <a:pt x="2438400" y="4267200"/>
                    </a:lnTo>
                    <a:lnTo>
                      <a:pt x="2438400" y="4114800"/>
                    </a:lnTo>
                    <a:lnTo>
                      <a:pt x="2438400" y="3962400"/>
                    </a:lnTo>
                    <a:lnTo>
                      <a:pt x="2590800" y="3962400"/>
                    </a:lnTo>
                    <a:lnTo>
                      <a:pt x="2743200" y="3962400"/>
                    </a:lnTo>
                    <a:lnTo>
                      <a:pt x="2743200" y="3810000"/>
                    </a:lnTo>
                    <a:lnTo>
                      <a:pt x="2743200" y="3657600"/>
                    </a:lnTo>
                    <a:lnTo>
                      <a:pt x="2895600" y="3657600"/>
                    </a:lnTo>
                    <a:lnTo>
                      <a:pt x="2895600" y="3810000"/>
                    </a:lnTo>
                    <a:lnTo>
                      <a:pt x="2895600" y="3962400"/>
                    </a:lnTo>
                    <a:lnTo>
                      <a:pt x="2895600" y="4114800"/>
                    </a:lnTo>
                    <a:lnTo>
                      <a:pt x="2743200" y="4114800"/>
                    </a:lnTo>
                    <a:lnTo>
                      <a:pt x="2590800" y="4114800"/>
                    </a:lnTo>
                    <a:lnTo>
                      <a:pt x="2590800" y="4267200"/>
                    </a:lnTo>
                    <a:lnTo>
                      <a:pt x="2743200" y="4267200"/>
                    </a:lnTo>
                    <a:lnTo>
                      <a:pt x="2895600" y="4267200"/>
                    </a:lnTo>
                    <a:lnTo>
                      <a:pt x="2895600" y="4114800"/>
                    </a:lnTo>
                    <a:lnTo>
                      <a:pt x="3048000" y="4114800"/>
                    </a:lnTo>
                    <a:lnTo>
                      <a:pt x="3048000" y="4267200"/>
                    </a:lnTo>
                    <a:lnTo>
                      <a:pt x="3200400" y="4267200"/>
                    </a:lnTo>
                    <a:lnTo>
                      <a:pt x="3200400" y="4114800"/>
                    </a:lnTo>
                    <a:lnTo>
                      <a:pt x="3352800" y="4114800"/>
                    </a:lnTo>
                    <a:lnTo>
                      <a:pt x="3505200" y="4114800"/>
                    </a:lnTo>
                    <a:lnTo>
                      <a:pt x="3505200" y="4267200"/>
                    </a:lnTo>
                    <a:lnTo>
                      <a:pt x="3657600" y="4267200"/>
                    </a:lnTo>
                    <a:lnTo>
                      <a:pt x="3657600" y="4114800"/>
                    </a:lnTo>
                    <a:lnTo>
                      <a:pt x="3505200" y="4114800"/>
                    </a:lnTo>
                    <a:lnTo>
                      <a:pt x="3505200" y="3962400"/>
                    </a:lnTo>
                    <a:lnTo>
                      <a:pt x="3352800" y="3962400"/>
                    </a:lnTo>
                    <a:lnTo>
                      <a:pt x="3200400" y="3962400"/>
                    </a:lnTo>
                    <a:lnTo>
                      <a:pt x="3200400" y="3810000"/>
                    </a:lnTo>
                    <a:lnTo>
                      <a:pt x="3352800" y="3810000"/>
                    </a:lnTo>
                    <a:lnTo>
                      <a:pt x="3505200" y="3810000"/>
                    </a:lnTo>
                    <a:lnTo>
                      <a:pt x="3505200" y="3657600"/>
                    </a:lnTo>
                    <a:lnTo>
                      <a:pt x="3505200" y="3505200"/>
                    </a:lnTo>
                    <a:lnTo>
                      <a:pt x="3352800" y="3505200"/>
                    </a:lnTo>
                    <a:lnTo>
                      <a:pt x="3200400" y="3505200"/>
                    </a:lnTo>
                    <a:lnTo>
                      <a:pt x="3200400" y="3657600"/>
                    </a:lnTo>
                    <a:lnTo>
                      <a:pt x="3200400" y="3810000"/>
                    </a:lnTo>
                    <a:lnTo>
                      <a:pt x="3048000" y="3810000"/>
                    </a:lnTo>
                    <a:lnTo>
                      <a:pt x="3048000" y="3657600"/>
                    </a:lnTo>
                    <a:lnTo>
                      <a:pt x="2895600" y="3657600"/>
                    </a:lnTo>
                    <a:lnTo>
                      <a:pt x="2895600" y="3505200"/>
                    </a:lnTo>
                    <a:lnTo>
                      <a:pt x="3048000" y="3505200"/>
                    </a:lnTo>
                    <a:lnTo>
                      <a:pt x="3048000" y="3352800"/>
                    </a:lnTo>
                    <a:lnTo>
                      <a:pt x="3200400" y="3352800"/>
                    </a:lnTo>
                    <a:lnTo>
                      <a:pt x="3200400" y="3200400"/>
                    </a:lnTo>
                    <a:lnTo>
                      <a:pt x="3352800" y="3200400"/>
                    </a:lnTo>
                    <a:lnTo>
                      <a:pt x="3352800" y="3352800"/>
                    </a:lnTo>
                    <a:lnTo>
                      <a:pt x="3505200" y="3352800"/>
                    </a:lnTo>
                    <a:lnTo>
                      <a:pt x="3657600" y="3352800"/>
                    </a:lnTo>
                    <a:lnTo>
                      <a:pt x="3657600" y="3505200"/>
                    </a:lnTo>
                    <a:lnTo>
                      <a:pt x="3810000" y="3505200"/>
                    </a:lnTo>
                    <a:lnTo>
                      <a:pt x="3810000" y="3657600"/>
                    </a:lnTo>
                    <a:lnTo>
                      <a:pt x="3962400" y="3657600"/>
                    </a:lnTo>
                    <a:lnTo>
                      <a:pt x="4114800" y="3657600"/>
                    </a:lnTo>
                    <a:lnTo>
                      <a:pt x="4114800" y="3505200"/>
                    </a:lnTo>
                    <a:lnTo>
                      <a:pt x="3962400" y="3505200"/>
                    </a:lnTo>
                    <a:lnTo>
                      <a:pt x="3962400" y="3352800"/>
                    </a:lnTo>
                    <a:lnTo>
                      <a:pt x="3962400" y="3200400"/>
                    </a:lnTo>
                    <a:lnTo>
                      <a:pt x="3962400" y="3048000"/>
                    </a:lnTo>
                    <a:lnTo>
                      <a:pt x="4114800" y="3048000"/>
                    </a:lnTo>
                    <a:lnTo>
                      <a:pt x="4267200" y="3048000"/>
                    </a:lnTo>
                    <a:lnTo>
                      <a:pt x="4267200" y="3200400"/>
                    </a:lnTo>
                    <a:lnTo>
                      <a:pt x="4114800" y="3200400"/>
                    </a:lnTo>
                    <a:lnTo>
                      <a:pt x="4114800" y="3352800"/>
                    </a:lnTo>
                    <a:lnTo>
                      <a:pt x="4267200" y="3352800"/>
                    </a:lnTo>
                    <a:lnTo>
                      <a:pt x="4267200" y="3505200"/>
                    </a:lnTo>
                    <a:lnTo>
                      <a:pt x="4419600" y="3505200"/>
                    </a:lnTo>
                    <a:lnTo>
                      <a:pt x="4419600" y="3657600"/>
                    </a:lnTo>
                    <a:lnTo>
                      <a:pt x="4419600" y="3810000"/>
                    </a:lnTo>
                    <a:lnTo>
                      <a:pt x="4419600" y="3962400"/>
                    </a:lnTo>
                    <a:lnTo>
                      <a:pt x="4419600" y="4114800"/>
                    </a:lnTo>
                    <a:lnTo>
                      <a:pt x="4572000" y="4114800"/>
                    </a:lnTo>
                    <a:lnTo>
                      <a:pt x="4724400" y="4114800"/>
                    </a:lnTo>
                    <a:lnTo>
                      <a:pt x="4876800" y="4114800"/>
                    </a:lnTo>
                    <a:lnTo>
                      <a:pt x="4876800" y="4267200"/>
                    </a:lnTo>
                    <a:lnTo>
                      <a:pt x="4876800" y="4419600"/>
                    </a:lnTo>
                    <a:lnTo>
                      <a:pt x="4876800" y="4572000"/>
                    </a:lnTo>
                    <a:lnTo>
                      <a:pt x="4724400" y="4572000"/>
                    </a:lnTo>
                    <a:lnTo>
                      <a:pt x="4724400" y="4419600"/>
                    </a:lnTo>
                    <a:lnTo>
                      <a:pt x="4724400" y="4267200"/>
                    </a:lnTo>
                    <a:lnTo>
                      <a:pt x="4572000" y="4267200"/>
                    </a:lnTo>
                    <a:lnTo>
                      <a:pt x="4419600" y="4267200"/>
                    </a:lnTo>
                    <a:lnTo>
                      <a:pt x="4419600" y="4419600"/>
                    </a:lnTo>
                    <a:lnTo>
                      <a:pt x="4267200" y="4419600"/>
                    </a:lnTo>
                    <a:lnTo>
                      <a:pt x="4267200" y="4572000"/>
                    </a:lnTo>
                    <a:lnTo>
                      <a:pt x="4114800" y="4572000"/>
                    </a:lnTo>
                    <a:lnTo>
                      <a:pt x="4114800" y="4419600"/>
                    </a:lnTo>
                    <a:lnTo>
                      <a:pt x="3962400" y="4419600"/>
                    </a:lnTo>
                    <a:lnTo>
                      <a:pt x="3962400" y="4572000"/>
                    </a:lnTo>
                    <a:lnTo>
                      <a:pt x="3810000" y="4572000"/>
                    </a:lnTo>
                    <a:lnTo>
                      <a:pt x="3657600" y="4572000"/>
                    </a:lnTo>
                    <a:lnTo>
                      <a:pt x="3657600" y="4419600"/>
                    </a:lnTo>
                    <a:lnTo>
                      <a:pt x="3505200" y="4419600"/>
                    </a:lnTo>
                    <a:lnTo>
                      <a:pt x="3505200" y="4572000"/>
                    </a:lnTo>
                    <a:lnTo>
                      <a:pt x="3352800" y="4572000"/>
                    </a:lnTo>
                    <a:lnTo>
                      <a:pt x="3200400" y="4572000"/>
                    </a:lnTo>
                    <a:lnTo>
                      <a:pt x="3200400" y="4724400"/>
                    </a:lnTo>
                    <a:lnTo>
                      <a:pt x="3200400" y="4876800"/>
                    </a:lnTo>
                    <a:lnTo>
                      <a:pt x="3200400" y="5029200"/>
                    </a:lnTo>
                    <a:lnTo>
                      <a:pt x="3048000" y="5029200"/>
                    </a:lnTo>
                    <a:lnTo>
                      <a:pt x="2895600" y="5029200"/>
                    </a:lnTo>
                    <a:lnTo>
                      <a:pt x="2895600" y="4876800"/>
                    </a:lnTo>
                    <a:lnTo>
                      <a:pt x="3048000" y="4876800"/>
                    </a:lnTo>
                    <a:lnTo>
                      <a:pt x="3048000" y="4724400"/>
                    </a:lnTo>
                    <a:lnTo>
                      <a:pt x="3048000" y="4572000"/>
                    </a:lnTo>
                    <a:lnTo>
                      <a:pt x="2895600" y="4572000"/>
                    </a:lnTo>
                    <a:lnTo>
                      <a:pt x="2895600" y="4419600"/>
                    </a:lnTo>
                    <a:lnTo>
                      <a:pt x="2743200" y="4419600"/>
                    </a:lnTo>
                    <a:lnTo>
                      <a:pt x="2743200" y="4572000"/>
                    </a:lnTo>
                    <a:lnTo>
                      <a:pt x="2743200" y="4724400"/>
                    </a:lnTo>
                    <a:lnTo>
                      <a:pt x="2895600" y="4724400"/>
                    </a:lnTo>
                    <a:lnTo>
                      <a:pt x="2895600" y="4876800"/>
                    </a:lnTo>
                    <a:lnTo>
                      <a:pt x="2743200" y="4876800"/>
                    </a:lnTo>
                    <a:lnTo>
                      <a:pt x="2590800" y="4876800"/>
                    </a:lnTo>
                    <a:lnTo>
                      <a:pt x="2438400" y="4876800"/>
                    </a:lnTo>
                    <a:lnTo>
                      <a:pt x="2438400" y="4724400"/>
                    </a:lnTo>
                    <a:lnTo>
                      <a:pt x="2590800" y="4724400"/>
                    </a:lnTo>
                    <a:lnTo>
                      <a:pt x="2590800" y="4572000"/>
                    </a:lnTo>
                    <a:lnTo>
                      <a:pt x="2438400" y="4572000"/>
                    </a:lnTo>
                    <a:lnTo>
                      <a:pt x="2438400" y="4419600"/>
                    </a:lnTo>
                    <a:lnTo>
                      <a:pt x="2286000" y="4419600"/>
                    </a:lnTo>
                    <a:lnTo>
                      <a:pt x="2286000" y="4572000"/>
                    </a:lnTo>
                    <a:lnTo>
                      <a:pt x="2286000" y="4724400"/>
                    </a:lnTo>
                    <a:lnTo>
                      <a:pt x="2286000" y="4876800"/>
                    </a:lnTo>
                    <a:lnTo>
                      <a:pt x="2438400" y="4876800"/>
                    </a:lnTo>
                    <a:lnTo>
                      <a:pt x="2438400" y="5029200"/>
                    </a:lnTo>
                    <a:lnTo>
                      <a:pt x="2286000" y="5029200"/>
                    </a:lnTo>
                    <a:lnTo>
                      <a:pt x="2133600" y="5029200"/>
                    </a:lnTo>
                    <a:lnTo>
                      <a:pt x="1981200" y="5029200"/>
                    </a:lnTo>
                    <a:lnTo>
                      <a:pt x="1828800" y="5029200"/>
                    </a:lnTo>
                    <a:lnTo>
                      <a:pt x="1676400" y="5029200"/>
                    </a:lnTo>
                    <a:lnTo>
                      <a:pt x="1524000" y="5029200"/>
                    </a:lnTo>
                    <a:lnTo>
                      <a:pt x="1371600" y="5029200"/>
                    </a:lnTo>
                    <a:lnTo>
                      <a:pt x="1371600" y="4876800"/>
                    </a:lnTo>
                    <a:lnTo>
                      <a:pt x="1371600" y="4724400"/>
                    </a:lnTo>
                    <a:lnTo>
                      <a:pt x="1524000" y="4724400"/>
                    </a:lnTo>
                    <a:lnTo>
                      <a:pt x="1524000" y="4876800"/>
                    </a:lnTo>
                    <a:lnTo>
                      <a:pt x="1676400" y="4876800"/>
                    </a:lnTo>
                    <a:lnTo>
                      <a:pt x="1828800" y="4876800"/>
                    </a:lnTo>
                    <a:lnTo>
                      <a:pt x="1981200" y="4876800"/>
                    </a:lnTo>
                    <a:lnTo>
                      <a:pt x="1981200" y="4724400"/>
                    </a:lnTo>
                    <a:lnTo>
                      <a:pt x="2133600" y="4724400"/>
                    </a:lnTo>
                    <a:lnTo>
                      <a:pt x="2133600" y="4572000"/>
                    </a:lnTo>
                    <a:lnTo>
                      <a:pt x="2133600" y="4419600"/>
                    </a:lnTo>
                    <a:lnTo>
                      <a:pt x="1981200" y="4419600"/>
                    </a:lnTo>
                    <a:lnTo>
                      <a:pt x="1828800" y="4419600"/>
                    </a:lnTo>
                    <a:lnTo>
                      <a:pt x="1828800" y="4572000"/>
                    </a:lnTo>
                    <a:lnTo>
                      <a:pt x="1676400" y="4572000"/>
                    </a:lnTo>
                    <a:lnTo>
                      <a:pt x="1676400" y="4419600"/>
                    </a:lnTo>
                    <a:lnTo>
                      <a:pt x="1676400" y="4267200"/>
                    </a:lnTo>
                    <a:lnTo>
                      <a:pt x="1828800" y="4267200"/>
                    </a:lnTo>
                    <a:lnTo>
                      <a:pt x="1828800" y="4114800"/>
                    </a:lnTo>
                    <a:lnTo>
                      <a:pt x="1981200" y="4114800"/>
                    </a:lnTo>
                    <a:lnTo>
                      <a:pt x="1981200" y="4267200"/>
                    </a:lnTo>
                    <a:lnTo>
                      <a:pt x="2133600" y="4267200"/>
                    </a:lnTo>
                    <a:lnTo>
                      <a:pt x="2133600" y="4114800"/>
                    </a:lnTo>
                    <a:lnTo>
                      <a:pt x="1981200" y="4114800"/>
                    </a:lnTo>
                    <a:lnTo>
                      <a:pt x="1981200" y="3962400"/>
                    </a:lnTo>
                    <a:lnTo>
                      <a:pt x="1828800" y="3962400"/>
                    </a:lnTo>
                    <a:lnTo>
                      <a:pt x="1676400" y="3962400"/>
                    </a:lnTo>
                    <a:lnTo>
                      <a:pt x="1524000" y="3962400"/>
                    </a:lnTo>
                    <a:lnTo>
                      <a:pt x="1524000" y="4114800"/>
                    </a:lnTo>
                    <a:lnTo>
                      <a:pt x="1524000" y="4267200"/>
                    </a:lnTo>
                    <a:lnTo>
                      <a:pt x="1371600" y="4267200"/>
                    </a:lnTo>
                    <a:lnTo>
                      <a:pt x="1371600" y="4114800"/>
                    </a:lnTo>
                    <a:lnTo>
                      <a:pt x="1219200" y="4114800"/>
                    </a:lnTo>
                    <a:lnTo>
                      <a:pt x="1219200" y="3962400"/>
                    </a:lnTo>
                    <a:lnTo>
                      <a:pt x="1219200" y="3810000"/>
                    </a:lnTo>
                    <a:lnTo>
                      <a:pt x="1066800" y="3810000"/>
                    </a:lnTo>
                    <a:lnTo>
                      <a:pt x="914400" y="3810000"/>
                    </a:lnTo>
                    <a:lnTo>
                      <a:pt x="762000" y="3810000"/>
                    </a:lnTo>
                    <a:lnTo>
                      <a:pt x="762000" y="3657600"/>
                    </a:lnTo>
                    <a:lnTo>
                      <a:pt x="914400" y="3657600"/>
                    </a:lnTo>
                    <a:lnTo>
                      <a:pt x="1066800" y="3657600"/>
                    </a:lnTo>
                    <a:lnTo>
                      <a:pt x="1066800" y="3505200"/>
                    </a:lnTo>
                    <a:lnTo>
                      <a:pt x="914400" y="3505200"/>
                    </a:lnTo>
                    <a:lnTo>
                      <a:pt x="762000" y="3505200"/>
                    </a:lnTo>
                    <a:lnTo>
                      <a:pt x="762000" y="3352800"/>
                    </a:lnTo>
                    <a:lnTo>
                      <a:pt x="914400" y="3352800"/>
                    </a:lnTo>
                    <a:lnTo>
                      <a:pt x="1066800" y="3352800"/>
                    </a:lnTo>
                    <a:lnTo>
                      <a:pt x="1066800" y="3200400"/>
                    </a:lnTo>
                    <a:lnTo>
                      <a:pt x="914400" y="3200400"/>
                    </a:lnTo>
                    <a:lnTo>
                      <a:pt x="762000" y="3200400"/>
                    </a:lnTo>
                    <a:lnTo>
                      <a:pt x="609600" y="3200400"/>
                    </a:lnTo>
                    <a:lnTo>
                      <a:pt x="609600" y="3352800"/>
                    </a:lnTo>
                    <a:lnTo>
                      <a:pt x="609600" y="3505200"/>
                    </a:lnTo>
                    <a:lnTo>
                      <a:pt x="457200" y="3505200"/>
                    </a:lnTo>
                    <a:lnTo>
                      <a:pt x="457200" y="3352800"/>
                    </a:lnTo>
                    <a:lnTo>
                      <a:pt x="457200" y="3200400"/>
                    </a:lnTo>
                    <a:lnTo>
                      <a:pt x="304800" y="3200400"/>
                    </a:lnTo>
                    <a:lnTo>
                      <a:pt x="304800" y="3048000"/>
                    </a:lnTo>
                    <a:lnTo>
                      <a:pt x="457200" y="3048000"/>
                    </a:lnTo>
                    <a:lnTo>
                      <a:pt x="457200" y="2895600"/>
                    </a:lnTo>
                    <a:lnTo>
                      <a:pt x="609600" y="2895600"/>
                    </a:lnTo>
                    <a:lnTo>
                      <a:pt x="609600" y="2743200"/>
                    </a:lnTo>
                    <a:lnTo>
                      <a:pt x="457200" y="2743200"/>
                    </a:lnTo>
                    <a:lnTo>
                      <a:pt x="457200" y="2590800"/>
                    </a:lnTo>
                    <a:lnTo>
                      <a:pt x="457200" y="2438400"/>
                    </a:lnTo>
                    <a:lnTo>
                      <a:pt x="609600" y="2438400"/>
                    </a:lnTo>
                    <a:lnTo>
                      <a:pt x="609600" y="2286000"/>
                    </a:lnTo>
                    <a:lnTo>
                      <a:pt x="457200" y="2286000"/>
                    </a:lnTo>
                    <a:lnTo>
                      <a:pt x="457200" y="2133600"/>
                    </a:lnTo>
                    <a:lnTo>
                      <a:pt x="457200" y="1981200"/>
                    </a:lnTo>
                    <a:lnTo>
                      <a:pt x="457200" y="1828800"/>
                    </a:lnTo>
                    <a:lnTo>
                      <a:pt x="304800" y="1828800"/>
                    </a:lnTo>
                    <a:lnTo>
                      <a:pt x="304800" y="1676400"/>
                    </a:lnTo>
                    <a:moveTo>
                      <a:pt x="609600" y="3505200"/>
                    </a:moveTo>
                    <a:lnTo>
                      <a:pt x="762000" y="3505200"/>
                    </a:lnTo>
                    <a:lnTo>
                      <a:pt x="762000" y="3657600"/>
                    </a:lnTo>
                    <a:lnTo>
                      <a:pt x="609600" y="3657600"/>
                    </a:lnTo>
                    <a:lnTo>
                      <a:pt x="609600" y="3505200"/>
                    </a:lnTo>
                    <a:moveTo>
                      <a:pt x="914400" y="1219200"/>
                    </a:moveTo>
                    <a:lnTo>
                      <a:pt x="1066800" y="1219200"/>
                    </a:lnTo>
                    <a:lnTo>
                      <a:pt x="1219200" y="1219200"/>
                    </a:lnTo>
                    <a:lnTo>
                      <a:pt x="1219200" y="1371600"/>
                    </a:lnTo>
                    <a:lnTo>
                      <a:pt x="1066800" y="1371600"/>
                    </a:lnTo>
                    <a:lnTo>
                      <a:pt x="914400" y="1371600"/>
                    </a:lnTo>
                    <a:lnTo>
                      <a:pt x="914400" y="1219200"/>
                    </a:lnTo>
                    <a:moveTo>
                      <a:pt x="914400" y="1828800"/>
                    </a:moveTo>
                    <a:lnTo>
                      <a:pt x="1066800" y="1828800"/>
                    </a:lnTo>
                    <a:lnTo>
                      <a:pt x="1066800" y="1981200"/>
                    </a:lnTo>
                    <a:lnTo>
                      <a:pt x="914400" y="1981200"/>
                    </a:lnTo>
                    <a:lnTo>
                      <a:pt x="914400" y="1828800"/>
                    </a:lnTo>
                    <a:moveTo>
                      <a:pt x="1219200" y="2438400"/>
                    </a:moveTo>
                    <a:lnTo>
                      <a:pt x="1219200" y="2590800"/>
                    </a:lnTo>
                    <a:lnTo>
                      <a:pt x="1371600" y="2590800"/>
                    </a:lnTo>
                    <a:lnTo>
                      <a:pt x="1371600" y="2438400"/>
                    </a:lnTo>
                    <a:lnTo>
                      <a:pt x="1219200" y="2438400"/>
                    </a:lnTo>
                    <a:moveTo>
                      <a:pt x="1219200" y="304800"/>
                    </a:moveTo>
                    <a:lnTo>
                      <a:pt x="1371600" y="304800"/>
                    </a:lnTo>
                    <a:lnTo>
                      <a:pt x="1371600" y="152400"/>
                    </a:lnTo>
                    <a:lnTo>
                      <a:pt x="1524000" y="152400"/>
                    </a:lnTo>
                    <a:lnTo>
                      <a:pt x="1676400" y="152400"/>
                    </a:lnTo>
                    <a:lnTo>
                      <a:pt x="1676400" y="0"/>
                    </a:lnTo>
                    <a:lnTo>
                      <a:pt x="1828800" y="0"/>
                    </a:lnTo>
                    <a:lnTo>
                      <a:pt x="1828800" y="152400"/>
                    </a:lnTo>
                    <a:lnTo>
                      <a:pt x="1828800" y="304800"/>
                    </a:lnTo>
                    <a:lnTo>
                      <a:pt x="1981200" y="304800"/>
                    </a:lnTo>
                    <a:lnTo>
                      <a:pt x="2133600" y="304800"/>
                    </a:lnTo>
                    <a:lnTo>
                      <a:pt x="2133600" y="457200"/>
                    </a:lnTo>
                    <a:lnTo>
                      <a:pt x="1981200" y="457200"/>
                    </a:lnTo>
                    <a:lnTo>
                      <a:pt x="1981200" y="609600"/>
                    </a:lnTo>
                    <a:lnTo>
                      <a:pt x="1828800" y="609600"/>
                    </a:lnTo>
                    <a:lnTo>
                      <a:pt x="1828800" y="457200"/>
                    </a:lnTo>
                    <a:lnTo>
                      <a:pt x="1676400" y="457200"/>
                    </a:lnTo>
                    <a:lnTo>
                      <a:pt x="1524000" y="457200"/>
                    </a:lnTo>
                    <a:lnTo>
                      <a:pt x="1371600" y="457200"/>
                    </a:lnTo>
                    <a:lnTo>
                      <a:pt x="1371600" y="609600"/>
                    </a:lnTo>
                    <a:lnTo>
                      <a:pt x="1219200" y="609600"/>
                    </a:lnTo>
                    <a:lnTo>
                      <a:pt x="1219200" y="457200"/>
                    </a:lnTo>
                    <a:lnTo>
                      <a:pt x="1219200" y="304800"/>
                    </a:lnTo>
                    <a:moveTo>
                      <a:pt x="1219200" y="914400"/>
                    </a:moveTo>
                    <a:lnTo>
                      <a:pt x="1371600" y="914400"/>
                    </a:lnTo>
                    <a:lnTo>
                      <a:pt x="1371600" y="1066800"/>
                    </a:lnTo>
                    <a:lnTo>
                      <a:pt x="1219200" y="1066800"/>
                    </a:lnTo>
                    <a:lnTo>
                      <a:pt x="1219200" y="914400"/>
                    </a:lnTo>
                    <a:moveTo>
                      <a:pt x="1219200" y="1371600"/>
                    </a:moveTo>
                    <a:lnTo>
                      <a:pt x="1371600" y="1371600"/>
                    </a:lnTo>
                    <a:lnTo>
                      <a:pt x="1371600" y="1219200"/>
                    </a:lnTo>
                    <a:lnTo>
                      <a:pt x="1371600" y="1066800"/>
                    </a:lnTo>
                    <a:lnTo>
                      <a:pt x="1524000" y="1066800"/>
                    </a:lnTo>
                    <a:lnTo>
                      <a:pt x="1524000" y="914400"/>
                    </a:lnTo>
                    <a:lnTo>
                      <a:pt x="1371600" y="914400"/>
                    </a:lnTo>
                    <a:lnTo>
                      <a:pt x="1371600" y="762000"/>
                    </a:lnTo>
                    <a:lnTo>
                      <a:pt x="1524000" y="762000"/>
                    </a:lnTo>
                    <a:lnTo>
                      <a:pt x="1524000" y="609600"/>
                    </a:lnTo>
                    <a:lnTo>
                      <a:pt x="1676400" y="609600"/>
                    </a:lnTo>
                    <a:lnTo>
                      <a:pt x="1676400" y="762000"/>
                    </a:lnTo>
                    <a:lnTo>
                      <a:pt x="1676400" y="914400"/>
                    </a:lnTo>
                    <a:lnTo>
                      <a:pt x="1676400" y="1066800"/>
                    </a:lnTo>
                    <a:lnTo>
                      <a:pt x="1828800" y="1066800"/>
                    </a:lnTo>
                    <a:lnTo>
                      <a:pt x="1828800" y="1219200"/>
                    </a:lnTo>
                    <a:lnTo>
                      <a:pt x="1676400" y="1219200"/>
                    </a:lnTo>
                    <a:lnTo>
                      <a:pt x="1676400" y="1371600"/>
                    </a:lnTo>
                    <a:lnTo>
                      <a:pt x="1524000" y="1371600"/>
                    </a:lnTo>
                    <a:lnTo>
                      <a:pt x="1524000" y="1524000"/>
                    </a:lnTo>
                    <a:lnTo>
                      <a:pt x="1371600" y="1524000"/>
                    </a:lnTo>
                    <a:lnTo>
                      <a:pt x="1371600" y="1676400"/>
                    </a:lnTo>
                    <a:lnTo>
                      <a:pt x="1219200" y="1676400"/>
                    </a:lnTo>
                    <a:lnTo>
                      <a:pt x="1219200" y="1524000"/>
                    </a:lnTo>
                    <a:lnTo>
                      <a:pt x="1219200" y="1371600"/>
                    </a:lnTo>
                    <a:moveTo>
                      <a:pt x="1219200" y="1828800"/>
                    </a:moveTo>
                    <a:lnTo>
                      <a:pt x="1371600" y="1828800"/>
                    </a:lnTo>
                    <a:lnTo>
                      <a:pt x="1371600" y="1676400"/>
                    </a:lnTo>
                    <a:lnTo>
                      <a:pt x="1524000" y="1676400"/>
                    </a:lnTo>
                    <a:lnTo>
                      <a:pt x="1524000" y="1524000"/>
                    </a:lnTo>
                    <a:lnTo>
                      <a:pt x="1676400" y="1524000"/>
                    </a:lnTo>
                    <a:lnTo>
                      <a:pt x="1676400" y="1371600"/>
                    </a:lnTo>
                    <a:lnTo>
                      <a:pt x="1828800" y="1371600"/>
                    </a:lnTo>
                    <a:lnTo>
                      <a:pt x="1828800" y="1524000"/>
                    </a:lnTo>
                    <a:lnTo>
                      <a:pt x="1981200" y="1524000"/>
                    </a:lnTo>
                    <a:lnTo>
                      <a:pt x="1981200" y="1371600"/>
                    </a:lnTo>
                    <a:lnTo>
                      <a:pt x="1981200" y="1219200"/>
                    </a:lnTo>
                    <a:lnTo>
                      <a:pt x="1981200" y="1066800"/>
                    </a:lnTo>
                    <a:lnTo>
                      <a:pt x="2133600" y="1066800"/>
                    </a:lnTo>
                    <a:lnTo>
                      <a:pt x="2133600" y="1219200"/>
                    </a:lnTo>
                    <a:lnTo>
                      <a:pt x="2133600" y="1371600"/>
                    </a:lnTo>
                    <a:lnTo>
                      <a:pt x="2286000" y="1371600"/>
                    </a:lnTo>
                    <a:lnTo>
                      <a:pt x="2286000" y="1219200"/>
                    </a:lnTo>
                    <a:lnTo>
                      <a:pt x="2286000" y="1066800"/>
                    </a:lnTo>
                    <a:lnTo>
                      <a:pt x="2438400" y="1066800"/>
                    </a:lnTo>
                    <a:lnTo>
                      <a:pt x="2438400" y="1219200"/>
                    </a:lnTo>
                    <a:lnTo>
                      <a:pt x="2590800" y="1219200"/>
                    </a:lnTo>
                    <a:lnTo>
                      <a:pt x="2590800" y="1371600"/>
                    </a:lnTo>
                    <a:lnTo>
                      <a:pt x="2743200" y="1371600"/>
                    </a:lnTo>
                    <a:lnTo>
                      <a:pt x="2743200" y="1219200"/>
                    </a:lnTo>
                    <a:lnTo>
                      <a:pt x="2895600" y="1219200"/>
                    </a:lnTo>
                    <a:lnTo>
                      <a:pt x="3048000" y="1219200"/>
                    </a:lnTo>
                    <a:lnTo>
                      <a:pt x="3048000" y="1066800"/>
                    </a:lnTo>
                    <a:lnTo>
                      <a:pt x="3048000" y="914400"/>
                    </a:lnTo>
                    <a:lnTo>
                      <a:pt x="3200400" y="914400"/>
                    </a:lnTo>
                    <a:lnTo>
                      <a:pt x="3200400" y="1066800"/>
                    </a:lnTo>
                    <a:lnTo>
                      <a:pt x="3200400" y="1219200"/>
                    </a:lnTo>
                    <a:lnTo>
                      <a:pt x="3200400" y="1371600"/>
                    </a:lnTo>
                    <a:lnTo>
                      <a:pt x="3200400" y="1524000"/>
                    </a:lnTo>
                    <a:lnTo>
                      <a:pt x="3352800" y="1524000"/>
                    </a:lnTo>
                    <a:lnTo>
                      <a:pt x="3352800" y="1676400"/>
                    </a:lnTo>
                    <a:lnTo>
                      <a:pt x="3200400" y="1676400"/>
                    </a:lnTo>
                    <a:lnTo>
                      <a:pt x="3048000" y="1676400"/>
                    </a:lnTo>
                    <a:lnTo>
                      <a:pt x="2895600" y="1676400"/>
                    </a:lnTo>
                    <a:lnTo>
                      <a:pt x="2743200" y="1676400"/>
                    </a:lnTo>
                    <a:lnTo>
                      <a:pt x="2743200" y="1524000"/>
                    </a:lnTo>
                    <a:lnTo>
                      <a:pt x="2590800" y="1524000"/>
                    </a:lnTo>
                    <a:lnTo>
                      <a:pt x="2590800" y="1676400"/>
                    </a:lnTo>
                    <a:lnTo>
                      <a:pt x="2743200" y="1676400"/>
                    </a:lnTo>
                    <a:lnTo>
                      <a:pt x="2743200" y="1828800"/>
                    </a:lnTo>
                    <a:lnTo>
                      <a:pt x="2590800" y="1828800"/>
                    </a:lnTo>
                    <a:lnTo>
                      <a:pt x="2438400" y="1828800"/>
                    </a:lnTo>
                    <a:lnTo>
                      <a:pt x="2438400" y="1676400"/>
                    </a:lnTo>
                    <a:lnTo>
                      <a:pt x="2438400" y="1524000"/>
                    </a:lnTo>
                    <a:lnTo>
                      <a:pt x="2286000" y="1524000"/>
                    </a:lnTo>
                    <a:lnTo>
                      <a:pt x="2133600" y="1524000"/>
                    </a:lnTo>
                    <a:lnTo>
                      <a:pt x="2133600" y="1676400"/>
                    </a:lnTo>
                    <a:lnTo>
                      <a:pt x="1981200" y="1676400"/>
                    </a:lnTo>
                    <a:lnTo>
                      <a:pt x="1981200" y="1828800"/>
                    </a:lnTo>
                    <a:lnTo>
                      <a:pt x="2133600" y="1828800"/>
                    </a:lnTo>
                    <a:lnTo>
                      <a:pt x="2286000" y="1828800"/>
                    </a:lnTo>
                    <a:lnTo>
                      <a:pt x="2286000" y="1981200"/>
                    </a:lnTo>
                    <a:lnTo>
                      <a:pt x="2438400" y="1981200"/>
                    </a:lnTo>
                    <a:lnTo>
                      <a:pt x="2438400" y="2133600"/>
                    </a:lnTo>
                    <a:lnTo>
                      <a:pt x="2286000" y="2133600"/>
                    </a:lnTo>
                    <a:lnTo>
                      <a:pt x="2286000" y="2286000"/>
                    </a:lnTo>
                    <a:lnTo>
                      <a:pt x="2133600" y="2286000"/>
                    </a:lnTo>
                    <a:lnTo>
                      <a:pt x="1981200" y="2286000"/>
                    </a:lnTo>
                    <a:lnTo>
                      <a:pt x="1828800" y="2286000"/>
                    </a:lnTo>
                    <a:lnTo>
                      <a:pt x="1828800" y="2133600"/>
                    </a:lnTo>
                    <a:lnTo>
                      <a:pt x="1981200" y="2133600"/>
                    </a:lnTo>
                    <a:lnTo>
                      <a:pt x="1981200" y="1981200"/>
                    </a:lnTo>
                    <a:lnTo>
                      <a:pt x="1828800" y="1981200"/>
                    </a:lnTo>
                    <a:lnTo>
                      <a:pt x="1828800" y="2133600"/>
                    </a:lnTo>
                    <a:lnTo>
                      <a:pt x="1676400" y="2133600"/>
                    </a:lnTo>
                    <a:lnTo>
                      <a:pt x="1676400" y="2286000"/>
                    </a:lnTo>
                    <a:lnTo>
                      <a:pt x="1524000" y="2286000"/>
                    </a:lnTo>
                    <a:lnTo>
                      <a:pt x="1524000" y="2133600"/>
                    </a:lnTo>
                    <a:lnTo>
                      <a:pt x="1371600" y="2133600"/>
                    </a:lnTo>
                    <a:lnTo>
                      <a:pt x="1371600" y="1981200"/>
                    </a:lnTo>
                    <a:lnTo>
                      <a:pt x="1219200" y="1981200"/>
                    </a:lnTo>
                    <a:lnTo>
                      <a:pt x="1219200" y="1828800"/>
                    </a:lnTo>
                    <a:moveTo>
                      <a:pt x="1219200" y="4267200"/>
                    </a:moveTo>
                    <a:lnTo>
                      <a:pt x="1371600" y="4267200"/>
                    </a:lnTo>
                    <a:lnTo>
                      <a:pt x="1371600" y="4419600"/>
                    </a:lnTo>
                    <a:lnTo>
                      <a:pt x="1524000" y="4419600"/>
                    </a:lnTo>
                    <a:lnTo>
                      <a:pt x="1524000" y="4572000"/>
                    </a:lnTo>
                    <a:lnTo>
                      <a:pt x="1371600" y="4572000"/>
                    </a:lnTo>
                    <a:lnTo>
                      <a:pt x="1219200" y="4572000"/>
                    </a:lnTo>
                    <a:lnTo>
                      <a:pt x="1219200" y="4419600"/>
                    </a:lnTo>
                    <a:lnTo>
                      <a:pt x="1219200" y="4267200"/>
                    </a:lnTo>
                    <a:moveTo>
                      <a:pt x="1524000" y="1828800"/>
                    </a:moveTo>
                    <a:lnTo>
                      <a:pt x="1524000" y="1981200"/>
                    </a:lnTo>
                    <a:lnTo>
                      <a:pt x="1676400" y="1981200"/>
                    </a:lnTo>
                    <a:lnTo>
                      <a:pt x="1676400" y="1828800"/>
                    </a:lnTo>
                    <a:lnTo>
                      <a:pt x="1524000" y="1828800"/>
                    </a:lnTo>
                    <a:moveTo>
                      <a:pt x="1524000" y="4572000"/>
                    </a:moveTo>
                    <a:lnTo>
                      <a:pt x="1676400" y="4572000"/>
                    </a:lnTo>
                    <a:lnTo>
                      <a:pt x="1676400" y="4724400"/>
                    </a:lnTo>
                    <a:lnTo>
                      <a:pt x="1524000" y="4724400"/>
                    </a:lnTo>
                    <a:lnTo>
                      <a:pt x="1524000" y="4572000"/>
                    </a:lnTo>
                    <a:moveTo>
                      <a:pt x="1676400" y="3200400"/>
                    </a:moveTo>
                    <a:lnTo>
                      <a:pt x="1828800" y="3200400"/>
                    </a:lnTo>
                    <a:lnTo>
                      <a:pt x="1828800" y="3048000"/>
                    </a:lnTo>
                    <a:lnTo>
                      <a:pt x="1828800" y="2895600"/>
                    </a:lnTo>
                    <a:lnTo>
                      <a:pt x="1981200" y="2895600"/>
                    </a:lnTo>
                    <a:lnTo>
                      <a:pt x="1981200" y="3048000"/>
                    </a:lnTo>
                    <a:lnTo>
                      <a:pt x="1981200" y="3200400"/>
                    </a:lnTo>
                    <a:lnTo>
                      <a:pt x="2133600" y="3200400"/>
                    </a:lnTo>
                    <a:lnTo>
                      <a:pt x="2133600" y="3352800"/>
                    </a:lnTo>
                    <a:lnTo>
                      <a:pt x="2286000" y="3352800"/>
                    </a:lnTo>
                    <a:lnTo>
                      <a:pt x="2286000" y="3505200"/>
                    </a:lnTo>
                    <a:lnTo>
                      <a:pt x="2133600" y="3505200"/>
                    </a:lnTo>
                    <a:lnTo>
                      <a:pt x="1981200" y="3505200"/>
                    </a:lnTo>
                    <a:lnTo>
                      <a:pt x="1828800" y="3505200"/>
                    </a:lnTo>
                    <a:lnTo>
                      <a:pt x="1828800" y="3352800"/>
                    </a:lnTo>
                    <a:lnTo>
                      <a:pt x="1676400" y="3352800"/>
                    </a:lnTo>
                    <a:lnTo>
                      <a:pt x="1676400" y="3200400"/>
                    </a:lnTo>
                    <a:moveTo>
                      <a:pt x="1828800" y="762000"/>
                    </a:moveTo>
                    <a:lnTo>
                      <a:pt x="1981200" y="762000"/>
                    </a:lnTo>
                    <a:lnTo>
                      <a:pt x="1981200" y="914400"/>
                    </a:lnTo>
                    <a:lnTo>
                      <a:pt x="1981200" y="1066800"/>
                    </a:lnTo>
                    <a:lnTo>
                      <a:pt x="1828800" y="1066800"/>
                    </a:lnTo>
                    <a:lnTo>
                      <a:pt x="1828800" y="914400"/>
                    </a:lnTo>
                    <a:lnTo>
                      <a:pt x="1828800" y="762000"/>
                    </a:lnTo>
                    <a:moveTo>
                      <a:pt x="1828800" y="2438400"/>
                    </a:moveTo>
                    <a:lnTo>
                      <a:pt x="1981200" y="2438400"/>
                    </a:lnTo>
                    <a:lnTo>
                      <a:pt x="1981200" y="2590800"/>
                    </a:lnTo>
                    <a:lnTo>
                      <a:pt x="2133600" y="2590800"/>
                    </a:lnTo>
                    <a:lnTo>
                      <a:pt x="2286000" y="2590800"/>
                    </a:lnTo>
                    <a:lnTo>
                      <a:pt x="2286000" y="2743200"/>
                    </a:lnTo>
                    <a:lnTo>
                      <a:pt x="2133600" y="2743200"/>
                    </a:lnTo>
                    <a:lnTo>
                      <a:pt x="2133600" y="2895600"/>
                    </a:lnTo>
                    <a:lnTo>
                      <a:pt x="1981200" y="2895600"/>
                    </a:lnTo>
                    <a:lnTo>
                      <a:pt x="1981200" y="2743200"/>
                    </a:lnTo>
                    <a:lnTo>
                      <a:pt x="1828800" y="2743200"/>
                    </a:lnTo>
                    <a:lnTo>
                      <a:pt x="1828800" y="2590800"/>
                    </a:lnTo>
                    <a:lnTo>
                      <a:pt x="1828800" y="2438400"/>
                    </a:lnTo>
                    <a:moveTo>
                      <a:pt x="1981200" y="0"/>
                    </a:moveTo>
                    <a:lnTo>
                      <a:pt x="2133600" y="0"/>
                    </a:lnTo>
                    <a:lnTo>
                      <a:pt x="2133600" y="152400"/>
                    </a:lnTo>
                    <a:lnTo>
                      <a:pt x="1981200" y="152400"/>
                    </a:lnTo>
                    <a:lnTo>
                      <a:pt x="1981200" y="0"/>
                    </a:lnTo>
                    <a:moveTo>
                      <a:pt x="2133600" y="152400"/>
                    </a:moveTo>
                    <a:lnTo>
                      <a:pt x="2286000" y="152400"/>
                    </a:lnTo>
                    <a:lnTo>
                      <a:pt x="2438400" y="152400"/>
                    </a:lnTo>
                    <a:lnTo>
                      <a:pt x="2438400" y="0"/>
                    </a:lnTo>
                    <a:lnTo>
                      <a:pt x="2590800" y="0"/>
                    </a:lnTo>
                    <a:lnTo>
                      <a:pt x="2590800" y="152400"/>
                    </a:lnTo>
                    <a:lnTo>
                      <a:pt x="2743200" y="152400"/>
                    </a:lnTo>
                    <a:lnTo>
                      <a:pt x="2895600" y="152400"/>
                    </a:lnTo>
                    <a:lnTo>
                      <a:pt x="2895600" y="304800"/>
                    </a:lnTo>
                    <a:lnTo>
                      <a:pt x="3048000" y="304800"/>
                    </a:lnTo>
                    <a:lnTo>
                      <a:pt x="3048000" y="457200"/>
                    </a:lnTo>
                    <a:lnTo>
                      <a:pt x="2895600" y="457200"/>
                    </a:lnTo>
                    <a:lnTo>
                      <a:pt x="2895600" y="609600"/>
                    </a:lnTo>
                    <a:lnTo>
                      <a:pt x="2895600" y="762000"/>
                    </a:lnTo>
                    <a:lnTo>
                      <a:pt x="2743200" y="762000"/>
                    </a:lnTo>
                    <a:lnTo>
                      <a:pt x="2743200" y="609600"/>
                    </a:lnTo>
                    <a:lnTo>
                      <a:pt x="2590800" y="609600"/>
                    </a:lnTo>
                    <a:lnTo>
                      <a:pt x="2438400" y="609600"/>
                    </a:lnTo>
                    <a:lnTo>
                      <a:pt x="2438400" y="762000"/>
                    </a:lnTo>
                    <a:lnTo>
                      <a:pt x="2590800" y="762000"/>
                    </a:lnTo>
                    <a:lnTo>
                      <a:pt x="2743200" y="762000"/>
                    </a:lnTo>
                    <a:lnTo>
                      <a:pt x="2743200" y="914400"/>
                    </a:lnTo>
                    <a:lnTo>
                      <a:pt x="2590800" y="914400"/>
                    </a:lnTo>
                    <a:lnTo>
                      <a:pt x="2590800" y="1066800"/>
                    </a:lnTo>
                    <a:lnTo>
                      <a:pt x="2438400" y="1066800"/>
                    </a:lnTo>
                    <a:lnTo>
                      <a:pt x="2438400" y="914400"/>
                    </a:lnTo>
                    <a:lnTo>
                      <a:pt x="2286000" y="914400"/>
                    </a:lnTo>
                    <a:lnTo>
                      <a:pt x="2286000" y="1066800"/>
                    </a:lnTo>
                    <a:lnTo>
                      <a:pt x="2133600" y="1066800"/>
                    </a:lnTo>
                    <a:lnTo>
                      <a:pt x="2133600" y="914400"/>
                    </a:lnTo>
                    <a:lnTo>
                      <a:pt x="2133600" y="762000"/>
                    </a:lnTo>
                    <a:lnTo>
                      <a:pt x="2133600" y="609600"/>
                    </a:lnTo>
                    <a:lnTo>
                      <a:pt x="2133600" y="457200"/>
                    </a:lnTo>
                    <a:lnTo>
                      <a:pt x="2286000" y="457200"/>
                    </a:lnTo>
                    <a:lnTo>
                      <a:pt x="2286000" y="304800"/>
                    </a:lnTo>
                    <a:lnTo>
                      <a:pt x="2133600" y="304800"/>
                    </a:lnTo>
                    <a:lnTo>
                      <a:pt x="2133600" y="152400"/>
                    </a:lnTo>
                    <a:moveTo>
                      <a:pt x="2133600" y="2895600"/>
                    </a:moveTo>
                    <a:lnTo>
                      <a:pt x="2286000" y="2895600"/>
                    </a:lnTo>
                    <a:lnTo>
                      <a:pt x="2286000" y="3048000"/>
                    </a:lnTo>
                    <a:lnTo>
                      <a:pt x="2438400" y="3048000"/>
                    </a:lnTo>
                    <a:lnTo>
                      <a:pt x="2438400" y="2895600"/>
                    </a:lnTo>
                    <a:lnTo>
                      <a:pt x="2590800" y="2895600"/>
                    </a:lnTo>
                    <a:lnTo>
                      <a:pt x="2590800" y="2743200"/>
                    </a:lnTo>
                    <a:lnTo>
                      <a:pt x="2743200" y="2743200"/>
                    </a:lnTo>
                    <a:lnTo>
                      <a:pt x="2743200" y="2895600"/>
                    </a:lnTo>
                    <a:lnTo>
                      <a:pt x="2895600" y="2895600"/>
                    </a:lnTo>
                    <a:lnTo>
                      <a:pt x="3048000" y="2895600"/>
                    </a:lnTo>
                    <a:lnTo>
                      <a:pt x="3200400" y="2895600"/>
                    </a:lnTo>
                    <a:lnTo>
                      <a:pt x="3200400" y="3048000"/>
                    </a:lnTo>
                    <a:lnTo>
                      <a:pt x="3200400" y="3200400"/>
                    </a:lnTo>
                    <a:lnTo>
                      <a:pt x="3048000" y="3200400"/>
                    </a:lnTo>
                    <a:lnTo>
                      <a:pt x="3048000" y="3048000"/>
                    </a:lnTo>
                    <a:lnTo>
                      <a:pt x="2895600" y="3048000"/>
                    </a:lnTo>
                    <a:lnTo>
                      <a:pt x="2743200" y="3048000"/>
                    </a:lnTo>
                    <a:lnTo>
                      <a:pt x="2743200" y="3200400"/>
                    </a:lnTo>
                    <a:lnTo>
                      <a:pt x="2743200" y="3352800"/>
                    </a:lnTo>
                    <a:lnTo>
                      <a:pt x="2743200" y="3505200"/>
                    </a:lnTo>
                    <a:lnTo>
                      <a:pt x="2743200" y="3657600"/>
                    </a:lnTo>
                    <a:lnTo>
                      <a:pt x="2590800" y="3657600"/>
                    </a:lnTo>
                    <a:lnTo>
                      <a:pt x="2438400" y="3657600"/>
                    </a:lnTo>
                    <a:lnTo>
                      <a:pt x="2286000" y="3657600"/>
                    </a:lnTo>
                    <a:lnTo>
                      <a:pt x="2286000" y="3505200"/>
                    </a:lnTo>
                    <a:lnTo>
                      <a:pt x="2438400" y="3505200"/>
                    </a:lnTo>
                    <a:lnTo>
                      <a:pt x="2590800" y="3505200"/>
                    </a:lnTo>
                    <a:lnTo>
                      <a:pt x="2590800" y="3352800"/>
                    </a:lnTo>
                    <a:lnTo>
                      <a:pt x="2438400" y="3352800"/>
                    </a:lnTo>
                    <a:lnTo>
                      <a:pt x="2286000" y="3352800"/>
                    </a:lnTo>
                    <a:lnTo>
                      <a:pt x="2286000" y="3200400"/>
                    </a:lnTo>
                    <a:lnTo>
                      <a:pt x="2133600" y="3200400"/>
                    </a:lnTo>
                    <a:lnTo>
                      <a:pt x="2133600" y="3048000"/>
                    </a:lnTo>
                    <a:lnTo>
                      <a:pt x="2133600" y="2895600"/>
                    </a:lnTo>
                    <a:moveTo>
                      <a:pt x="2438400" y="304800"/>
                    </a:moveTo>
                    <a:lnTo>
                      <a:pt x="2438400" y="457200"/>
                    </a:lnTo>
                    <a:lnTo>
                      <a:pt x="2590800" y="457200"/>
                    </a:lnTo>
                    <a:lnTo>
                      <a:pt x="2590800" y="304800"/>
                    </a:lnTo>
                    <a:lnTo>
                      <a:pt x="2438400" y="304800"/>
                    </a:lnTo>
                    <a:moveTo>
                      <a:pt x="2286000" y="2286000"/>
                    </a:moveTo>
                    <a:lnTo>
                      <a:pt x="2438400" y="2286000"/>
                    </a:lnTo>
                    <a:lnTo>
                      <a:pt x="2590800" y="2286000"/>
                    </a:lnTo>
                    <a:lnTo>
                      <a:pt x="2743200" y="2286000"/>
                    </a:lnTo>
                    <a:lnTo>
                      <a:pt x="2743200" y="2133600"/>
                    </a:lnTo>
                    <a:lnTo>
                      <a:pt x="2895600" y="2133600"/>
                    </a:lnTo>
                    <a:lnTo>
                      <a:pt x="2895600" y="2286000"/>
                    </a:lnTo>
                    <a:lnTo>
                      <a:pt x="3048000" y="2286000"/>
                    </a:lnTo>
                    <a:lnTo>
                      <a:pt x="3048000" y="2438400"/>
                    </a:lnTo>
                    <a:lnTo>
                      <a:pt x="2895600" y="2438400"/>
                    </a:lnTo>
                    <a:lnTo>
                      <a:pt x="2743200" y="2438400"/>
                    </a:lnTo>
                    <a:lnTo>
                      <a:pt x="2590800" y="2438400"/>
                    </a:lnTo>
                    <a:lnTo>
                      <a:pt x="2438400" y="2438400"/>
                    </a:lnTo>
                    <a:lnTo>
                      <a:pt x="2438400" y="2590800"/>
                    </a:lnTo>
                    <a:lnTo>
                      <a:pt x="2286000" y="2590800"/>
                    </a:lnTo>
                    <a:lnTo>
                      <a:pt x="2286000" y="2438400"/>
                    </a:lnTo>
                    <a:lnTo>
                      <a:pt x="2286000" y="2286000"/>
                    </a:lnTo>
                    <a:moveTo>
                      <a:pt x="2286000" y="2743200"/>
                    </a:moveTo>
                    <a:lnTo>
                      <a:pt x="2438400" y="2743200"/>
                    </a:lnTo>
                    <a:lnTo>
                      <a:pt x="2438400" y="2895600"/>
                    </a:lnTo>
                    <a:lnTo>
                      <a:pt x="2286000" y="2895600"/>
                    </a:lnTo>
                    <a:lnTo>
                      <a:pt x="2286000" y="2743200"/>
                    </a:lnTo>
                    <a:moveTo>
                      <a:pt x="2286000" y="3810000"/>
                    </a:moveTo>
                    <a:lnTo>
                      <a:pt x="2438400" y="3810000"/>
                    </a:lnTo>
                    <a:lnTo>
                      <a:pt x="2438400" y="3962400"/>
                    </a:lnTo>
                    <a:lnTo>
                      <a:pt x="2286000" y="3962400"/>
                    </a:lnTo>
                    <a:lnTo>
                      <a:pt x="2286000" y="3810000"/>
                    </a:lnTo>
                    <a:moveTo>
                      <a:pt x="2438400" y="2590800"/>
                    </a:moveTo>
                    <a:lnTo>
                      <a:pt x="2590800" y="2590800"/>
                    </a:lnTo>
                    <a:lnTo>
                      <a:pt x="2590800" y="2743200"/>
                    </a:lnTo>
                    <a:lnTo>
                      <a:pt x="2438400" y="2743200"/>
                    </a:lnTo>
                    <a:lnTo>
                      <a:pt x="2438400" y="2590800"/>
                    </a:lnTo>
                    <a:moveTo>
                      <a:pt x="2590800" y="1066800"/>
                    </a:moveTo>
                    <a:lnTo>
                      <a:pt x="2743200" y="1066800"/>
                    </a:lnTo>
                    <a:lnTo>
                      <a:pt x="2743200" y="1219200"/>
                    </a:lnTo>
                    <a:lnTo>
                      <a:pt x="2590800" y="1219200"/>
                    </a:lnTo>
                    <a:lnTo>
                      <a:pt x="2590800" y="1066800"/>
                    </a:lnTo>
                    <a:moveTo>
                      <a:pt x="2743200" y="914400"/>
                    </a:moveTo>
                    <a:lnTo>
                      <a:pt x="2895600" y="914400"/>
                    </a:lnTo>
                    <a:lnTo>
                      <a:pt x="2895600" y="1066800"/>
                    </a:lnTo>
                    <a:lnTo>
                      <a:pt x="2743200" y="1066800"/>
                    </a:lnTo>
                    <a:lnTo>
                      <a:pt x="2743200" y="914400"/>
                    </a:lnTo>
                    <a:moveTo>
                      <a:pt x="2895600" y="1371600"/>
                    </a:moveTo>
                    <a:lnTo>
                      <a:pt x="2895600" y="1524000"/>
                    </a:lnTo>
                    <a:lnTo>
                      <a:pt x="3048000" y="1524000"/>
                    </a:lnTo>
                    <a:lnTo>
                      <a:pt x="3048000" y="1371600"/>
                    </a:lnTo>
                    <a:lnTo>
                      <a:pt x="2895600" y="1371600"/>
                    </a:lnTo>
                    <a:moveTo>
                      <a:pt x="2743200" y="1828800"/>
                    </a:moveTo>
                    <a:lnTo>
                      <a:pt x="2895600" y="1828800"/>
                    </a:lnTo>
                    <a:lnTo>
                      <a:pt x="2895600" y="1981200"/>
                    </a:lnTo>
                    <a:lnTo>
                      <a:pt x="2743200" y="1981200"/>
                    </a:lnTo>
                    <a:lnTo>
                      <a:pt x="2743200" y="1828800"/>
                    </a:lnTo>
                    <a:moveTo>
                      <a:pt x="2743200" y="2590800"/>
                    </a:moveTo>
                    <a:lnTo>
                      <a:pt x="2895600" y="2590800"/>
                    </a:lnTo>
                    <a:lnTo>
                      <a:pt x="2895600" y="2743200"/>
                    </a:lnTo>
                    <a:lnTo>
                      <a:pt x="2743200" y="2743200"/>
                    </a:lnTo>
                    <a:lnTo>
                      <a:pt x="2743200" y="2590800"/>
                    </a:lnTo>
                    <a:moveTo>
                      <a:pt x="2895600" y="0"/>
                    </a:moveTo>
                    <a:lnTo>
                      <a:pt x="3048000" y="0"/>
                    </a:lnTo>
                    <a:lnTo>
                      <a:pt x="3200400" y="0"/>
                    </a:lnTo>
                    <a:lnTo>
                      <a:pt x="3200400" y="152400"/>
                    </a:lnTo>
                    <a:lnTo>
                      <a:pt x="3352800" y="152400"/>
                    </a:lnTo>
                    <a:lnTo>
                      <a:pt x="3352800" y="0"/>
                    </a:lnTo>
                    <a:lnTo>
                      <a:pt x="3505200" y="0"/>
                    </a:lnTo>
                    <a:lnTo>
                      <a:pt x="3505200" y="152400"/>
                    </a:lnTo>
                    <a:lnTo>
                      <a:pt x="3505200" y="304800"/>
                    </a:lnTo>
                    <a:lnTo>
                      <a:pt x="3352800" y="304800"/>
                    </a:lnTo>
                    <a:lnTo>
                      <a:pt x="3352800" y="457200"/>
                    </a:lnTo>
                    <a:lnTo>
                      <a:pt x="3505200" y="457200"/>
                    </a:lnTo>
                    <a:lnTo>
                      <a:pt x="3505200" y="304800"/>
                    </a:lnTo>
                    <a:lnTo>
                      <a:pt x="3657600" y="304800"/>
                    </a:lnTo>
                    <a:lnTo>
                      <a:pt x="3657600" y="152400"/>
                    </a:lnTo>
                    <a:lnTo>
                      <a:pt x="3657600" y="0"/>
                    </a:lnTo>
                    <a:lnTo>
                      <a:pt x="3810000" y="0"/>
                    </a:lnTo>
                    <a:lnTo>
                      <a:pt x="3810000" y="152400"/>
                    </a:lnTo>
                    <a:lnTo>
                      <a:pt x="3810000" y="304800"/>
                    </a:lnTo>
                    <a:lnTo>
                      <a:pt x="3810000" y="457200"/>
                    </a:lnTo>
                    <a:lnTo>
                      <a:pt x="3810000" y="609600"/>
                    </a:lnTo>
                    <a:lnTo>
                      <a:pt x="3657600" y="609600"/>
                    </a:lnTo>
                    <a:lnTo>
                      <a:pt x="3657600" y="762000"/>
                    </a:lnTo>
                    <a:lnTo>
                      <a:pt x="3505200" y="762000"/>
                    </a:lnTo>
                    <a:lnTo>
                      <a:pt x="3505200" y="914400"/>
                    </a:lnTo>
                    <a:lnTo>
                      <a:pt x="3505200" y="1066800"/>
                    </a:lnTo>
                    <a:lnTo>
                      <a:pt x="3352800" y="1066800"/>
                    </a:lnTo>
                    <a:lnTo>
                      <a:pt x="3352800" y="914400"/>
                    </a:lnTo>
                    <a:lnTo>
                      <a:pt x="3200400" y="914400"/>
                    </a:lnTo>
                    <a:lnTo>
                      <a:pt x="3200400" y="762000"/>
                    </a:lnTo>
                    <a:lnTo>
                      <a:pt x="3048000" y="762000"/>
                    </a:lnTo>
                    <a:lnTo>
                      <a:pt x="3048000" y="609600"/>
                    </a:lnTo>
                    <a:lnTo>
                      <a:pt x="3200400" y="609600"/>
                    </a:lnTo>
                    <a:lnTo>
                      <a:pt x="3200400" y="457200"/>
                    </a:lnTo>
                    <a:lnTo>
                      <a:pt x="3200400" y="304800"/>
                    </a:lnTo>
                    <a:lnTo>
                      <a:pt x="3048000" y="304800"/>
                    </a:lnTo>
                    <a:lnTo>
                      <a:pt x="3048000" y="152400"/>
                    </a:lnTo>
                    <a:lnTo>
                      <a:pt x="2895600" y="152400"/>
                    </a:lnTo>
                    <a:lnTo>
                      <a:pt x="2895600" y="0"/>
                    </a:lnTo>
                    <a:moveTo>
                      <a:pt x="2895600" y="762000"/>
                    </a:moveTo>
                    <a:lnTo>
                      <a:pt x="3048000" y="762000"/>
                    </a:lnTo>
                    <a:lnTo>
                      <a:pt x="3048000" y="914400"/>
                    </a:lnTo>
                    <a:lnTo>
                      <a:pt x="2895600" y="914400"/>
                    </a:lnTo>
                    <a:lnTo>
                      <a:pt x="2895600" y="762000"/>
                    </a:lnTo>
                    <a:moveTo>
                      <a:pt x="2895600" y="1981200"/>
                    </a:moveTo>
                    <a:lnTo>
                      <a:pt x="3048000" y="1981200"/>
                    </a:lnTo>
                    <a:lnTo>
                      <a:pt x="3048000" y="2133600"/>
                    </a:lnTo>
                    <a:lnTo>
                      <a:pt x="2895600" y="2133600"/>
                    </a:lnTo>
                    <a:lnTo>
                      <a:pt x="2895600" y="1981200"/>
                    </a:lnTo>
                    <a:moveTo>
                      <a:pt x="2895600" y="3200400"/>
                    </a:moveTo>
                    <a:lnTo>
                      <a:pt x="3048000" y="3200400"/>
                    </a:lnTo>
                    <a:lnTo>
                      <a:pt x="3048000" y="3352800"/>
                    </a:lnTo>
                    <a:lnTo>
                      <a:pt x="2895600" y="3352800"/>
                    </a:lnTo>
                    <a:lnTo>
                      <a:pt x="2895600" y="3200400"/>
                    </a:lnTo>
                    <a:moveTo>
                      <a:pt x="3048000" y="2133600"/>
                    </a:moveTo>
                    <a:lnTo>
                      <a:pt x="3200400" y="2133600"/>
                    </a:lnTo>
                    <a:lnTo>
                      <a:pt x="3200400" y="2286000"/>
                    </a:lnTo>
                    <a:lnTo>
                      <a:pt x="3048000" y="2286000"/>
                    </a:lnTo>
                    <a:lnTo>
                      <a:pt x="3048000" y="2133600"/>
                    </a:lnTo>
                    <a:moveTo>
                      <a:pt x="3048000" y="2590800"/>
                    </a:moveTo>
                    <a:lnTo>
                      <a:pt x="3200400" y="2590800"/>
                    </a:lnTo>
                    <a:lnTo>
                      <a:pt x="3200400" y="2743200"/>
                    </a:lnTo>
                    <a:lnTo>
                      <a:pt x="3048000" y="2743200"/>
                    </a:lnTo>
                    <a:lnTo>
                      <a:pt x="3048000" y="2590800"/>
                    </a:lnTo>
                    <a:moveTo>
                      <a:pt x="3200400" y="1828800"/>
                    </a:moveTo>
                    <a:lnTo>
                      <a:pt x="3352800" y="1828800"/>
                    </a:lnTo>
                    <a:lnTo>
                      <a:pt x="3505200" y="1828800"/>
                    </a:lnTo>
                    <a:lnTo>
                      <a:pt x="3505200" y="1981200"/>
                    </a:lnTo>
                    <a:lnTo>
                      <a:pt x="3657600" y="1981200"/>
                    </a:lnTo>
                    <a:lnTo>
                      <a:pt x="3657600" y="1828800"/>
                    </a:lnTo>
                    <a:lnTo>
                      <a:pt x="3810000" y="1828800"/>
                    </a:lnTo>
                    <a:lnTo>
                      <a:pt x="3810000" y="1981200"/>
                    </a:lnTo>
                    <a:lnTo>
                      <a:pt x="3962400" y="1981200"/>
                    </a:lnTo>
                    <a:lnTo>
                      <a:pt x="3962400" y="2133600"/>
                    </a:lnTo>
                    <a:lnTo>
                      <a:pt x="3810000" y="2133600"/>
                    </a:lnTo>
                    <a:lnTo>
                      <a:pt x="3657600" y="2133600"/>
                    </a:lnTo>
                    <a:lnTo>
                      <a:pt x="3505200" y="2133600"/>
                    </a:lnTo>
                    <a:lnTo>
                      <a:pt x="3352800" y="2133600"/>
                    </a:lnTo>
                    <a:lnTo>
                      <a:pt x="3200400" y="2133600"/>
                    </a:lnTo>
                    <a:lnTo>
                      <a:pt x="3200400" y="1981200"/>
                    </a:lnTo>
                    <a:lnTo>
                      <a:pt x="3200400" y="1828800"/>
                    </a:lnTo>
                    <a:moveTo>
                      <a:pt x="3200400" y="2743200"/>
                    </a:moveTo>
                    <a:lnTo>
                      <a:pt x="3352800" y="2743200"/>
                    </a:lnTo>
                    <a:lnTo>
                      <a:pt x="3352800" y="2895600"/>
                    </a:lnTo>
                    <a:lnTo>
                      <a:pt x="3200400" y="2895600"/>
                    </a:lnTo>
                    <a:lnTo>
                      <a:pt x="3200400" y="2743200"/>
                    </a:lnTo>
                    <a:moveTo>
                      <a:pt x="3352800" y="1219200"/>
                    </a:moveTo>
                    <a:lnTo>
                      <a:pt x="3505200" y="1219200"/>
                    </a:lnTo>
                    <a:lnTo>
                      <a:pt x="3505200" y="1066800"/>
                    </a:lnTo>
                    <a:lnTo>
                      <a:pt x="3657600" y="1066800"/>
                    </a:lnTo>
                    <a:lnTo>
                      <a:pt x="3657600" y="1219200"/>
                    </a:lnTo>
                    <a:lnTo>
                      <a:pt x="3657600" y="1371600"/>
                    </a:lnTo>
                    <a:lnTo>
                      <a:pt x="3657600" y="1524000"/>
                    </a:lnTo>
                    <a:lnTo>
                      <a:pt x="3657600" y="1676400"/>
                    </a:lnTo>
                    <a:lnTo>
                      <a:pt x="3505200" y="1676400"/>
                    </a:lnTo>
                    <a:lnTo>
                      <a:pt x="3505200" y="1524000"/>
                    </a:lnTo>
                    <a:lnTo>
                      <a:pt x="3505200" y="1371600"/>
                    </a:lnTo>
                    <a:lnTo>
                      <a:pt x="3352800" y="1371600"/>
                    </a:lnTo>
                    <a:lnTo>
                      <a:pt x="3352800" y="1219200"/>
                    </a:lnTo>
                    <a:moveTo>
                      <a:pt x="3352800" y="2590800"/>
                    </a:moveTo>
                    <a:lnTo>
                      <a:pt x="3505200" y="2590800"/>
                    </a:lnTo>
                    <a:lnTo>
                      <a:pt x="3505200" y="2743200"/>
                    </a:lnTo>
                    <a:lnTo>
                      <a:pt x="3352800" y="2743200"/>
                    </a:lnTo>
                    <a:lnTo>
                      <a:pt x="3352800" y="2590800"/>
                    </a:lnTo>
                    <a:moveTo>
                      <a:pt x="3352800" y="3048000"/>
                    </a:moveTo>
                    <a:lnTo>
                      <a:pt x="3505200" y="3048000"/>
                    </a:lnTo>
                    <a:lnTo>
                      <a:pt x="3505200" y="3200400"/>
                    </a:lnTo>
                    <a:lnTo>
                      <a:pt x="3352800" y="3200400"/>
                    </a:lnTo>
                    <a:lnTo>
                      <a:pt x="3352800" y="3048000"/>
                    </a:lnTo>
                    <a:moveTo>
                      <a:pt x="3352800" y="4724400"/>
                    </a:moveTo>
                    <a:lnTo>
                      <a:pt x="3505200" y="4724400"/>
                    </a:lnTo>
                    <a:lnTo>
                      <a:pt x="3657600" y="4724400"/>
                    </a:lnTo>
                    <a:lnTo>
                      <a:pt x="3657600" y="4876800"/>
                    </a:lnTo>
                    <a:lnTo>
                      <a:pt x="3810000" y="4876800"/>
                    </a:lnTo>
                    <a:lnTo>
                      <a:pt x="3962400" y="4876800"/>
                    </a:lnTo>
                    <a:lnTo>
                      <a:pt x="3962400" y="5029200"/>
                    </a:lnTo>
                    <a:lnTo>
                      <a:pt x="3810000" y="5029200"/>
                    </a:lnTo>
                    <a:lnTo>
                      <a:pt x="3657600" y="5029200"/>
                    </a:lnTo>
                    <a:lnTo>
                      <a:pt x="3505200" y="5029200"/>
                    </a:lnTo>
                    <a:lnTo>
                      <a:pt x="3505200" y="4876800"/>
                    </a:lnTo>
                    <a:lnTo>
                      <a:pt x="3352800" y="4876800"/>
                    </a:lnTo>
                    <a:lnTo>
                      <a:pt x="3352800" y="4724400"/>
                    </a:lnTo>
                    <a:moveTo>
                      <a:pt x="3505200" y="2743200"/>
                    </a:moveTo>
                    <a:lnTo>
                      <a:pt x="3657600" y="2743200"/>
                    </a:lnTo>
                    <a:lnTo>
                      <a:pt x="3657600" y="2895600"/>
                    </a:lnTo>
                    <a:lnTo>
                      <a:pt x="3810000" y="2895600"/>
                    </a:lnTo>
                    <a:lnTo>
                      <a:pt x="3962400" y="2895600"/>
                    </a:lnTo>
                    <a:lnTo>
                      <a:pt x="3962400" y="3048000"/>
                    </a:lnTo>
                    <a:lnTo>
                      <a:pt x="3810000" y="3048000"/>
                    </a:lnTo>
                    <a:lnTo>
                      <a:pt x="3657600" y="3048000"/>
                    </a:lnTo>
                    <a:lnTo>
                      <a:pt x="3505200" y="3048000"/>
                    </a:lnTo>
                    <a:lnTo>
                      <a:pt x="3505200" y="2895600"/>
                    </a:lnTo>
                    <a:lnTo>
                      <a:pt x="3505200" y="2743200"/>
                    </a:lnTo>
                    <a:moveTo>
                      <a:pt x="3657600" y="762000"/>
                    </a:moveTo>
                    <a:lnTo>
                      <a:pt x="3810000" y="762000"/>
                    </a:lnTo>
                    <a:lnTo>
                      <a:pt x="3810000" y="914400"/>
                    </a:lnTo>
                    <a:lnTo>
                      <a:pt x="3810000" y="1066800"/>
                    </a:lnTo>
                    <a:lnTo>
                      <a:pt x="3657600" y="1066800"/>
                    </a:lnTo>
                    <a:lnTo>
                      <a:pt x="3657600" y="914400"/>
                    </a:lnTo>
                    <a:lnTo>
                      <a:pt x="3657600" y="762000"/>
                    </a:lnTo>
                    <a:moveTo>
                      <a:pt x="3657600" y="2286000"/>
                    </a:moveTo>
                    <a:lnTo>
                      <a:pt x="3810000" y="2286000"/>
                    </a:lnTo>
                    <a:lnTo>
                      <a:pt x="3810000" y="2438400"/>
                    </a:lnTo>
                    <a:lnTo>
                      <a:pt x="3657600" y="2438400"/>
                    </a:lnTo>
                    <a:lnTo>
                      <a:pt x="3657600" y="2286000"/>
                    </a:lnTo>
                    <a:moveTo>
                      <a:pt x="3657600" y="2590800"/>
                    </a:moveTo>
                    <a:lnTo>
                      <a:pt x="3810000" y="2590800"/>
                    </a:lnTo>
                    <a:lnTo>
                      <a:pt x="3810000" y="2743200"/>
                    </a:lnTo>
                    <a:lnTo>
                      <a:pt x="3657600" y="2743200"/>
                    </a:lnTo>
                    <a:lnTo>
                      <a:pt x="3657600" y="2590800"/>
                    </a:lnTo>
                    <a:moveTo>
                      <a:pt x="3657600" y="3200400"/>
                    </a:moveTo>
                    <a:lnTo>
                      <a:pt x="3810000" y="3200400"/>
                    </a:lnTo>
                    <a:lnTo>
                      <a:pt x="3810000" y="3352800"/>
                    </a:lnTo>
                    <a:lnTo>
                      <a:pt x="3657600" y="3352800"/>
                    </a:lnTo>
                    <a:lnTo>
                      <a:pt x="3657600" y="3200400"/>
                    </a:lnTo>
                    <a:moveTo>
                      <a:pt x="3810000" y="3810000"/>
                    </a:moveTo>
                    <a:lnTo>
                      <a:pt x="3810000" y="3962400"/>
                    </a:lnTo>
                    <a:lnTo>
                      <a:pt x="3810000" y="4114800"/>
                    </a:lnTo>
                    <a:lnTo>
                      <a:pt x="3810000" y="4267200"/>
                    </a:lnTo>
                    <a:lnTo>
                      <a:pt x="3962400" y="4267200"/>
                    </a:lnTo>
                    <a:lnTo>
                      <a:pt x="4114800" y="4267200"/>
                    </a:lnTo>
                    <a:lnTo>
                      <a:pt x="4267200" y="4267200"/>
                    </a:lnTo>
                    <a:lnTo>
                      <a:pt x="4267200" y="4114800"/>
                    </a:lnTo>
                    <a:lnTo>
                      <a:pt x="4267200" y="3962400"/>
                    </a:lnTo>
                    <a:lnTo>
                      <a:pt x="4267200" y="3810000"/>
                    </a:lnTo>
                    <a:lnTo>
                      <a:pt x="4114800" y="3810000"/>
                    </a:lnTo>
                    <a:lnTo>
                      <a:pt x="3962400" y="3810000"/>
                    </a:lnTo>
                    <a:lnTo>
                      <a:pt x="3810000" y="3810000"/>
                    </a:lnTo>
                    <a:moveTo>
                      <a:pt x="3810000" y="1371600"/>
                    </a:moveTo>
                    <a:lnTo>
                      <a:pt x="3962400" y="1371600"/>
                    </a:lnTo>
                    <a:lnTo>
                      <a:pt x="3962400" y="1524000"/>
                    </a:lnTo>
                    <a:lnTo>
                      <a:pt x="3962400" y="1676400"/>
                    </a:lnTo>
                    <a:lnTo>
                      <a:pt x="3810000" y="1676400"/>
                    </a:lnTo>
                    <a:lnTo>
                      <a:pt x="3810000" y="1524000"/>
                    </a:lnTo>
                    <a:lnTo>
                      <a:pt x="3810000" y="1371600"/>
                    </a:lnTo>
                    <a:moveTo>
                      <a:pt x="3810000" y="2438400"/>
                    </a:moveTo>
                    <a:lnTo>
                      <a:pt x="3962400" y="2438400"/>
                    </a:lnTo>
                    <a:lnTo>
                      <a:pt x="4114800" y="2438400"/>
                    </a:lnTo>
                    <a:lnTo>
                      <a:pt x="4267200" y="2438400"/>
                    </a:lnTo>
                    <a:lnTo>
                      <a:pt x="4267200" y="2590800"/>
                    </a:lnTo>
                    <a:lnTo>
                      <a:pt x="4419600" y="2590800"/>
                    </a:lnTo>
                    <a:lnTo>
                      <a:pt x="4419600" y="2438400"/>
                    </a:lnTo>
                    <a:lnTo>
                      <a:pt x="4572000" y="2438400"/>
                    </a:lnTo>
                    <a:lnTo>
                      <a:pt x="4572000" y="2286000"/>
                    </a:lnTo>
                    <a:lnTo>
                      <a:pt x="4724400" y="2286000"/>
                    </a:lnTo>
                    <a:lnTo>
                      <a:pt x="4876800" y="2286000"/>
                    </a:lnTo>
                    <a:lnTo>
                      <a:pt x="4876800" y="2438400"/>
                    </a:lnTo>
                    <a:lnTo>
                      <a:pt x="4724400" y="2438400"/>
                    </a:lnTo>
                    <a:lnTo>
                      <a:pt x="4724400" y="2590800"/>
                    </a:lnTo>
                    <a:lnTo>
                      <a:pt x="4572000" y="2590800"/>
                    </a:lnTo>
                    <a:lnTo>
                      <a:pt x="4572000" y="2743200"/>
                    </a:lnTo>
                    <a:lnTo>
                      <a:pt x="4724400" y="2743200"/>
                    </a:lnTo>
                    <a:lnTo>
                      <a:pt x="4724400" y="2895600"/>
                    </a:lnTo>
                    <a:lnTo>
                      <a:pt x="4724400" y="3048000"/>
                    </a:lnTo>
                    <a:lnTo>
                      <a:pt x="4572000" y="3048000"/>
                    </a:lnTo>
                    <a:lnTo>
                      <a:pt x="4572000" y="3200400"/>
                    </a:lnTo>
                    <a:lnTo>
                      <a:pt x="4419600" y="3200400"/>
                    </a:lnTo>
                    <a:lnTo>
                      <a:pt x="4419600" y="3048000"/>
                    </a:lnTo>
                    <a:lnTo>
                      <a:pt x="4419600" y="2895600"/>
                    </a:lnTo>
                    <a:lnTo>
                      <a:pt x="4267200" y="2895600"/>
                    </a:lnTo>
                    <a:lnTo>
                      <a:pt x="4267200" y="2743200"/>
                    </a:lnTo>
                    <a:lnTo>
                      <a:pt x="4114800" y="2743200"/>
                    </a:lnTo>
                    <a:lnTo>
                      <a:pt x="4114800" y="2590800"/>
                    </a:lnTo>
                    <a:lnTo>
                      <a:pt x="3962400" y="2590800"/>
                    </a:lnTo>
                    <a:lnTo>
                      <a:pt x="3810000" y="2590800"/>
                    </a:lnTo>
                    <a:lnTo>
                      <a:pt x="3810000" y="2438400"/>
                    </a:lnTo>
                    <a:moveTo>
                      <a:pt x="3962400" y="1676400"/>
                    </a:moveTo>
                    <a:lnTo>
                      <a:pt x="4114800" y="1676400"/>
                    </a:lnTo>
                    <a:lnTo>
                      <a:pt x="4114800" y="1524000"/>
                    </a:lnTo>
                    <a:lnTo>
                      <a:pt x="4114800" y="1371600"/>
                    </a:lnTo>
                    <a:lnTo>
                      <a:pt x="4267200" y="1371600"/>
                    </a:lnTo>
                    <a:lnTo>
                      <a:pt x="4419600" y="1371600"/>
                    </a:lnTo>
                    <a:lnTo>
                      <a:pt x="4419600" y="1219200"/>
                    </a:lnTo>
                    <a:lnTo>
                      <a:pt x="4572000" y="1219200"/>
                    </a:lnTo>
                    <a:lnTo>
                      <a:pt x="4724400" y="1219200"/>
                    </a:lnTo>
                    <a:lnTo>
                      <a:pt x="4724400" y="1371600"/>
                    </a:lnTo>
                    <a:lnTo>
                      <a:pt x="4724400" y="1524000"/>
                    </a:lnTo>
                    <a:lnTo>
                      <a:pt x="4876800" y="1524000"/>
                    </a:lnTo>
                    <a:lnTo>
                      <a:pt x="5029200" y="1524000"/>
                    </a:lnTo>
                    <a:lnTo>
                      <a:pt x="5029200" y="1676400"/>
                    </a:lnTo>
                    <a:lnTo>
                      <a:pt x="5029200" y="1828800"/>
                    </a:lnTo>
                    <a:lnTo>
                      <a:pt x="5029200" y="1981200"/>
                    </a:lnTo>
                    <a:lnTo>
                      <a:pt x="4876800" y="1981200"/>
                    </a:lnTo>
                    <a:lnTo>
                      <a:pt x="4876800" y="2133600"/>
                    </a:lnTo>
                    <a:lnTo>
                      <a:pt x="4724400" y="2133600"/>
                    </a:lnTo>
                    <a:lnTo>
                      <a:pt x="4572000" y="2133600"/>
                    </a:lnTo>
                    <a:lnTo>
                      <a:pt x="4572000" y="1981200"/>
                    </a:lnTo>
                    <a:lnTo>
                      <a:pt x="4572000" y="1828800"/>
                    </a:lnTo>
                    <a:lnTo>
                      <a:pt x="4572000" y="1676400"/>
                    </a:lnTo>
                    <a:lnTo>
                      <a:pt x="4572000" y="1524000"/>
                    </a:lnTo>
                    <a:lnTo>
                      <a:pt x="4419600" y="1524000"/>
                    </a:lnTo>
                    <a:lnTo>
                      <a:pt x="4267200" y="1524000"/>
                    </a:lnTo>
                    <a:lnTo>
                      <a:pt x="4267200" y="1676400"/>
                    </a:lnTo>
                    <a:lnTo>
                      <a:pt x="4419600" y="1676400"/>
                    </a:lnTo>
                    <a:lnTo>
                      <a:pt x="4419600" y="1828800"/>
                    </a:lnTo>
                    <a:lnTo>
                      <a:pt x="4419600" y="1981200"/>
                    </a:lnTo>
                    <a:lnTo>
                      <a:pt x="4267200" y="1981200"/>
                    </a:lnTo>
                    <a:lnTo>
                      <a:pt x="4267200" y="1828800"/>
                    </a:lnTo>
                    <a:lnTo>
                      <a:pt x="4114800" y="1828800"/>
                    </a:lnTo>
                    <a:lnTo>
                      <a:pt x="4114800" y="1981200"/>
                    </a:lnTo>
                    <a:lnTo>
                      <a:pt x="3962400" y="1981200"/>
                    </a:lnTo>
                    <a:lnTo>
                      <a:pt x="3962400" y="1828800"/>
                    </a:lnTo>
                    <a:lnTo>
                      <a:pt x="3962400" y="1676400"/>
                    </a:lnTo>
                    <a:moveTo>
                      <a:pt x="3962400" y="3962400"/>
                    </a:moveTo>
                    <a:lnTo>
                      <a:pt x="4114800" y="3962400"/>
                    </a:lnTo>
                    <a:lnTo>
                      <a:pt x="4114800" y="4114800"/>
                    </a:lnTo>
                    <a:lnTo>
                      <a:pt x="3962400" y="4114800"/>
                    </a:lnTo>
                    <a:lnTo>
                      <a:pt x="3962400" y="3962400"/>
                    </a:lnTo>
                    <a:moveTo>
                      <a:pt x="4267200" y="2133600"/>
                    </a:moveTo>
                    <a:lnTo>
                      <a:pt x="4419600" y="2133600"/>
                    </a:lnTo>
                    <a:lnTo>
                      <a:pt x="4419600" y="2286000"/>
                    </a:lnTo>
                    <a:lnTo>
                      <a:pt x="4419600" y="2438400"/>
                    </a:lnTo>
                    <a:lnTo>
                      <a:pt x="4267200" y="2438400"/>
                    </a:lnTo>
                    <a:lnTo>
                      <a:pt x="4267200" y="2286000"/>
                    </a:lnTo>
                    <a:lnTo>
                      <a:pt x="4267200" y="2133600"/>
                    </a:lnTo>
                    <a:moveTo>
                      <a:pt x="4267200" y="3200400"/>
                    </a:moveTo>
                    <a:lnTo>
                      <a:pt x="4419600" y="3200400"/>
                    </a:lnTo>
                    <a:lnTo>
                      <a:pt x="4419600" y="3352800"/>
                    </a:lnTo>
                    <a:lnTo>
                      <a:pt x="4267200" y="3352800"/>
                    </a:lnTo>
                    <a:lnTo>
                      <a:pt x="4267200" y="3200400"/>
                    </a:lnTo>
                    <a:moveTo>
                      <a:pt x="4724400" y="1676400"/>
                    </a:moveTo>
                    <a:lnTo>
                      <a:pt x="4724400" y="1828800"/>
                    </a:lnTo>
                    <a:lnTo>
                      <a:pt x="4876800" y="1828800"/>
                    </a:lnTo>
                    <a:lnTo>
                      <a:pt x="4876800" y="1676400"/>
                    </a:lnTo>
                    <a:lnTo>
                      <a:pt x="4724400" y="1676400"/>
                    </a:lnTo>
                    <a:moveTo>
                      <a:pt x="4572000" y="3352800"/>
                    </a:moveTo>
                    <a:lnTo>
                      <a:pt x="4724400" y="3352800"/>
                    </a:lnTo>
                    <a:lnTo>
                      <a:pt x="4724400" y="3505200"/>
                    </a:lnTo>
                    <a:lnTo>
                      <a:pt x="4724400" y="3657600"/>
                    </a:lnTo>
                    <a:lnTo>
                      <a:pt x="4572000" y="3657600"/>
                    </a:lnTo>
                    <a:lnTo>
                      <a:pt x="4572000" y="3505200"/>
                    </a:lnTo>
                    <a:lnTo>
                      <a:pt x="4572000" y="3352800"/>
                    </a:lnTo>
                    <a:moveTo>
                      <a:pt x="4572000" y="3810000"/>
                    </a:moveTo>
                    <a:lnTo>
                      <a:pt x="4724400" y="3810000"/>
                    </a:lnTo>
                    <a:lnTo>
                      <a:pt x="4724400" y="3657600"/>
                    </a:lnTo>
                    <a:lnTo>
                      <a:pt x="4876800" y="3657600"/>
                    </a:lnTo>
                    <a:lnTo>
                      <a:pt x="4876800" y="3505200"/>
                    </a:lnTo>
                    <a:lnTo>
                      <a:pt x="4876800" y="3352800"/>
                    </a:lnTo>
                    <a:lnTo>
                      <a:pt x="5029200" y="3352800"/>
                    </a:lnTo>
                    <a:lnTo>
                      <a:pt x="5029200" y="3505200"/>
                    </a:lnTo>
                    <a:lnTo>
                      <a:pt x="5029200" y="3657600"/>
                    </a:lnTo>
                    <a:lnTo>
                      <a:pt x="5029200" y="3810000"/>
                    </a:lnTo>
                    <a:lnTo>
                      <a:pt x="4876800" y="3810000"/>
                    </a:lnTo>
                    <a:lnTo>
                      <a:pt x="4876800" y="3962400"/>
                    </a:lnTo>
                    <a:lnTo>
                      <a:pt x="4724400" y="3962400"/>
                    </a:lnTo>
                    <a:lnTo>
                      <a:pt x="4572000" y="3962400"/>
                    </a:lnTo>
                    <a:lnTo>
                      <a:pt x="4572000" y="3810000"/>
                    </a:lnTo>
                    <a:moveTo>
                      <a:pt x="4724400" y="2590800"/>
                    </a:moveTo>
                    <a:lnTo>
                      <a:pt x="4876800" y="2590800"/>
                    </a:lnTo>
                    <a:lnTo>
                      <a:pt x="5029200" y="2590800"/>
                    </a:lnTo>
                    <a:lnTo>
                      <a:pt x="5029200" y="2743200"/>
                    </a:lnTo>
                    <a:lnTo>
                      <a:pt x="5029200" y="2895600"/>
                    </a:lnTo>
                    <a:lnTo>
                      <a:pt x="5029200" y="3048000"/>
                    </a:lnTo>
                    <a:lnTo>
                      <a:pt x="4876800" y="3048000"/>
                    </a:lnTo>
                    <a:lnTo>
                      <a:pt x="4876800" y="2895600"/>
                    </a:lnTo>
                    <a:lnTo>
                      <a:pt x="4876800" y="2743200"/>
                    </a:lnTo>
                    <a:lnTo>
                      <a:pt x="4724400" y="2743200"/>
                    </a:lnTo>
                    <a:lnTo>
                      <a:pt x="4724400" y="2590800"/>
                    </a:lnTo>
                    <a:moveTo>
                      <a:pt x="4724400" y="3048000"/>
                    </a:moveTo>
                    <a:lnTo>
                      <a:pt x="4876800" y="3048000"/>
                    </a:lnTo>
                    <a:lnTo>
                      <a:pt x="4876800" y="3200400"/>
                    </a:lnTo>
                    <a:lnTo>
                      <a:pt x="4876800" y="3352800"/>
                    </a:lnTo>
                    <a:lnTo>
                      <a:pt x="4724400" y="3352800"/>
                    </a:lnTo>
                    <a:lnTo>
                      <a:pt x="4724400" y="3200400"/>
                    </a:lnTo>
                    <a:lnTo>
                      <a:pt x="4724400" y="304800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0A020509-DDCC-266B-6CFA-3522D9D8D992}"/>
                  </a:ext>
                </a:extLst>
              </p:cNvPr>
              <p:cNvSpPr/>
              <p:nvPr/>
            </p:nvSpPr>
            <p:spPr>
              <a:xfrm>
                <a:off x="9714987" y="5600701"/>
                <a:ext cx="685803" cy="342897"/>
              </a:xfrm>
              <a:custGeom>
                <a:avLst/>
                <a:gdLst>
                  <a:gd name="connsiteX0" fmla="*/ 101813 w 685803"/>
                  <a:gd name="connsiteY0" fmla="*/ 194922 h 342897"/>
                  <a:gd name="connsiteX1" fmla="*/ 138024 w 685803"/>
                  <a:gd name="connsiteY1" fmla="*/ 145633 h 342897"/>
                  <a:gd name="connsiteX2" fmla="*/ 107701 w 685803"/>
                  <a:gd name="connsiteY2" fmla="*/ 107721 h 342897"/>
                  <a:gd name="connsiteX3" fmla="*/ 70314 w 685803"/>
                  <a:gd name="connsiteY3" fmla="*/ 156168 h 342897"/>
                  <a:gd name="connsiteX4" fmla="*/ 70230 w 685803"/>
                  <a:gd name="connsiteY4" fmla="*/ 171494 h 342897"/>
                  <a:gd name="connsiteX5" fmla="*/ 101813 w 685803"/>
                  <a:gd name="connsiteY5" fmla="*/ 194922 h 342897"/>
                  <a:gd name="connsiteX6" fmla="*/ 262964 w 685803"/>
                  <a:gd name="connsiteY6" fmla="*/ 232168 h 342897"/>
                  <a:gd name="connsiteX7" fmla="*/ 216143 w 685803"/>
                  <a:gd name="connsiteY7" fmla="*/ 192818 h 342897"/>
                  <a:gd name="connsiteX8" fmla="*/ 101813 w 685803"/>
                  <a:gd name="connsiteY8" fmla="*/ 232421 h 342897"/>
                  <a:gd name="connsiteX9" fmla="*/ 30462 w 685803"/>
                  <a:gd name="connsiteY9" fmla="*/ 171378 h 342897"/>
                  <a:gd name="connsiteX10" fmla="*/ 29284 w 685803"/>
                  <a:gd name="connsiteY10" fmla="*/ 42040 h 342897"/>
                  <a:gd name="connsiteX11" fmla="*/ 29213 w 685803"/>
                  <a:gd name="connsiteY11" fmla="*/ 40823 h 342897"/>
                  <a:gd name="connsiteX12" fmla="*/ 29204 w 685803"/>
                  <a:gd name="connsiteY12" fmla="*/ 40592 h 342897"/>
                  <a:gd name="connsiteX13" fmla="*/ 25662 w 685803"/>
                  <a:gd name="connsiteY13" fmla="*/ 31794 h 342897"/>
                  <a:gd name="connsiteX14" fmla="*/ 20068 w 685803"/>
                  <a:gd name="connsiteY14" fmla="*/ 35056 h 342897"/>
                  <a:gd name="connsiteX15" fmla="*/ 5416 w 685803"/>
                  <a:gd name="connsiteY15" fmla="*/ 39006 h 342897"/>
                  <a:gd name="connsiteX16" fmla="*/ 1931 w 685803"/>
                  <a:gd name="connsiteY16" fmla="*/ 23490 h 342897"/>
                  <a:gd name="connsiteX17" fmla="*/ 36174 w 685803"/>
                  <a:gd name="connsiteY17" fmla="*/ 571 h 342897"/>
                  <a:gd name="connsiteX18" fmla="*/ 70706 w 685803"/>
                  <a:gd name="connsiteY18" fmla="*/ 40373 h 342897"/>
                  <a:gd name="connsiteX19" fmla="*/ 70110 w 685803"/>
                  <a:gd name="connsiteY19" fmla="*/ 89674 h 342897"/>
                  <a:gd name="connsiteX20" fmla="*/ 116843 w 685803"/>
                  <a:gd name="connsiteY20" fmla="*/ 73641 h 342897"/>
                  <a:gd name="connsiteX21" fmla="*/ 164500 w 685803"/>
                  <a:gd name="connsiteY21" fmla="*/ 191142 h 342897"/>
                  <a:gd name="connsiteX22" fmla="*/ 215097 w 685803"/>
                  <a:gd name="connsiteY22" fmla="*/ 108231 h 342897"/>
                  <a:gd name="connsiteX23" fmla="*/ 214949 w 685803"/>
                  <a:gd name="connsiteY23" fmla="*/ 97440 h 342897"/>
                  <a:gd name="connsiteX24" fmla="*/ 234919 w 685803"/>
                  <a:gd name="connsiteY24" fmla="*/ 75075 h 342897"/>
                  <a:gd name="connsiteX25" fmla="*/ 254719 w 685803"/>
                  <a:gd name="connsiteY25" fmla="*/ 97586 h 342897"/>
                  <a:gd name="connsiteX26" fmla="*/ 252670 w 685803"/>
                  <a:gd name="connsiteY26" fmla="*/ 175705 h 342897"/>
                  <a:gd name="connsiteX27" fmla="*/ 269624 w 685803"/>
                  <a:gd name="connsiteY27" fmla="*/ 195580 h 342897"/>
                  <a:gd name="connsiteX28" fmla="*/ 304521 w 685803"/>
                  <a:gd name="connsiteY28" fmla="*/ 130427 h 342897"/>
                  <a:gd name="connsiteX29" fmla="*/ 304712 w 685803"/>
                  <a:gd name="connsiteY29" fmla="*/ 99142 h 342897"/>
                  <a:gd name="connsiteX30" fmla="*/ 287924 w 685803"/>
                  <a:gd name="connsiteY30" fmla="*/ 85850 h 342897"/>
                  <a:gd name="connsiteX31" fmla="*/ 303413 w 685803"/>
                  <a:gd name="connsiteY31" fmla="*/ 71637 h 342897"/>
                  <a:gd name="connsiteX32" fmla="*/ 303432 w 685803"/>
                  <a:gd name="connsiteY32" fmla="*/ 35326 h 342897"/>
                  <a:gd name="connsiteX33" fmla="*/ 324988 w 685803"/>
                  <a:gd name="connsiteY33" fmla="*/ 13173 h 342897"/>
                  <a:gd name="connsiteX34" fmla="*/ 346803 w 685803"/>
                  <a:gd name="connsiteY34" fmla="*/ 35326 h 342897"/>
                  <a:gd name="connsiteX35" fmla="*/ 346479 w 685803"/>
                  <a:gd name="connsiteY35" fmla="*/ 49203 h 342897"/>
                  <a:gd name="connsiteX36" fmla="*/ 346037 w 685803"/>
                  <a:gd name="connsiteY36" fmla="*/ 71093 h 342897"/>
                  <a:gd name="connsiteX37" fmla="*/ 347799 w 685803"/>
                  <a:gd name="connsiteY37" fmla="*/ 71084 h 342897"/>
                  <a:gd name="connsiteX38" fmla="*/ 347799 w 685803"/>
                  <a:gd name="connsiteY38" fmla="*/ 71084 h 342897"/>
                  <a:gd name="connsiteX39" fmla="*/ 368478 w 685803"/>
                  <a:gd name="connsiteY39" fmla="*/ 70932 h 342897"/>
                  <a:gd name="connsiteX40" fmla="*/ 385117 w 685803"/>
                  <a:gd name="connsiteY40" fmla="*/ 85666 h 342897"/>
                  <a:gd name="connsiteX41" fmla="*/ 370452 w 685803"/>
                  <a:gd name="connsiteY41" fmla="*/ 99740 h 342897"/>
                  <a:gd name="connsiteX42" fmla="*/ 345765 w 685803"/>
                  <a:gd name="connsiteY42" fmla="*/ 99678 h 342897"/>
                  <a:gd name="connsiteX43" fmla="*/ 344263 w 685803"/>
                  <a:gd name="connsiteY43" fmla="*/ 177319 h 342897"/>
                  <a:gd name="connsiteX44" fmla="*/ 364376 w 685803"/>
                  <a:gd name="connsiteY44" fmla="*/ 195578 h 342897"/>
                  <a:gd name="connsiteX45" fmla="*/ 405966 w 685803"/>
                  <a:gd name="connsiteY45" fmla="*/ 121647 h 342897"/>
                  <a:gd name="connsiteX46" fmla="*/ 405091 w 685803"/>
                  <a:gd name="connsiteY46" fmla="*/ 53682 h 342897"/>
                  <a:gd name="connsiteX47" fmla="*/ 405091 w 685803"/>
                  <a:gd name="connsiteY47" fmla="*/ 53682 h 342897"/>
                  <a:gd name="connsiteX48" fmla="*/ 404716 w 685803"/>
                  <a:gd name="connsiteY48" fmla="*/ 26589 h 342897"/>
                  <a:gd name="connsiteX49" fmla="*/ 426955 w 685803"/>
                  <a:gd name="connsiteY49" fmla="*/ 3655 h 342897"/>
                  <a:gd name="connsiteX50" fmla="*/ 448085 w 685803"/>
                  <a:gd name="connsiteY50" fmla="*/ 25483 h 342897"/>
                  <a:gd name="connsiteX51" fmla="*/ 447199 w 685803"/>
                  <a:gd name="connsiteY51" fmla="*/ 60591 h 342897"/>
                  <a:gd name="connsiteX52" fmla="*/ 447199 w 685803"/>
                  <a:gd name="connsiteY52" fmla="*/ 60591 h 342897"/>
                  <a:gd name="connsiteX53" fmla="*/ 447199 w 685803"/>
                  <a:gd name="connsiteY53" fmla="*/ 60593 h 342897"/>
                  <a:gd name="connsiteX54" fmla="*/ 444589 w 685803"/>
                  <a:gd name="connsiteY54" fmla="*/ 181667 h 342897"/>
                  <a:gd name="connsiteX55" fmla="*/ 458633 w 685803"/>
                  <a:gd name="connsiteY55" fmla="*/ 195150 h 342897"/>
                  <a:gd name="connsiteX56" fmla="*/ 496013 w 685803"/>
                  <a:gd name="connsiteY56" fmla="*/ 124062 h 342897"/>
                  <a:gd name="connsiteX57" fmla="*/ 496065 w 685803"/>
                  <a:gd name="connsiteY57" fmla="*/ 118203 h 342897"/>
                  <a:gd name="connsiteX58" fmla="*/ 496065 w 685803"/>
                  <a:gd name="connsiteY58" fmla="*/ 118194 h 342897"/>
                  <a:gd name="connsiteX59" fmla="*/ 496136 w 685803"/>
                  <a:gd name="connsiteY59" fmla="*/ 106780 h 342897"/>
                  <a:gd name="connsiteX60" fmla="*/ 516364 w 685803"/>
                  <a:gd name="connsiteY60" fmla="*/ 84869 h 342897"/>
                  <a:gd name="connsiteX61" fmla="*/ 535670 w 685803"/>
                  <a:gd name="connsiteY61" fmla="*/ 107020 h 342897"/>
                  <a:gd name="connsiteX62" fmla="*/ 535098 w 685803"/>
                  <a:gd name="connsiteY62" fmla="*/ 132041 h 342897"/>
                  <a:gd name="connsiteX63" fmla="*/ 534495 w 685803"/>
                  <a:gd name="connsiteY63" fmla="*/ 155247 h 342897"/>
                  <a:gd name="connsiteX64" fmla="*/ 559377 w 685803"/>
                  <a:gd name="connsiteY64" fmla="*/ 195405 h 342897"/>
                  <a:gd name="connsiteX65" fmla="*/ 595671 w 685803"/>
                  <a:gd name="connsiteY65" fmla="*/ 151548 h 342897"/>
                  <a:gd name="connsiteX66" fmla="*/ 595508 w 685803"/>
                  <a:gd name="connsiteY66" fmla="*/ 125661 h 342897"/>
                  <a:gd name="connsiteX67" fmla="*/ 595508 w 685803"/>
                  <a:gd name="connsiteY67" fmla="*/ 125659 h 342897"/>
                  <a:gd name="connsiteX68" fmla="*/ 595508 w 685803"/>
                  <a:gd name="connsiteY68" fmla="*/ 125657 h 342897"/>
                  <a:gd name="connsiteX69" fmla="*/ 595508 w 685803"/>
                  <a:gd name="connsiteY69" fmla="*/ 125654 h 342897"/>
                  <a:gd name="connsiteX70" fmla="*/ 595289 w 685803"/>
                  <a:gd name="connsiteY70" fmla="*/ 107020 h 342897"/>
                  <a:gd name="connsiteX71" fmla="*/ 615889 w 685803"/>
                  <a:gd name="connsiteY71" fmla="*/ 84869 h 342897"/>
                  <a:gd name="connsiteX72" fmla="*/ 636489 w 685803"/>
                  <a:gd name="connsiteY72" fmla="*/ 107020 h 342897"/>
                  <a:gd name="connsiteX73" fmla="*/ 635932 w 685803"/>
                  <a:gd name="connsiteY73" fmla="*/ 129463 h 342897"/>
                  <a:gd name="connsiteX74" fmla="*/ 635932 w 685803"/>
                  <a:gd name="connsiteY74" fmla="*/ 129463 h 342897"/>
                  <a:gd name="connsiteX75" fmla="*/ 635932 w 685803"/>
                  <a:gd name="connsiteY75" fmla="*/ 129465 h 342897"/>
                  <a:gd name="connsiteX76" fmla="*/ 635932 w 685803"/>
                  <a:gd name="connsiteY76" fmla="*/ 129465 h 342897"/>
                  <a:gd name="connsiteX77" fmla="*/ 635160 w 685803"/>
                  <a:gd name="connsiteY77" fmla="*/ 164464 h 342897"/>
                  <a:gd name="connsiteX78" fmla="*/ 636195 w 685803"/>
                  <a:gd name="connsiteY78" fmla="*/ 226403 h 342897"/>
                  <a:gd name="connsiteX79" fmla="*/ 658344 w 685803"/>
                  <a:gd name="connsiteY79" fmla="*/ 205880 h 342897"/>
                  <a:gd name="connsiteX80" fmla="*/ 679396 w 685803"/>
                  <a:gd name="connsiteY80" fmla="*/ 199725 h 342897"/>
                  <a:gd name="connsiteX81" fmla="*/ 684325 w 685803"/>
                  <a:gd name="connsiteY81" fmla="*/ 221039 h 342897"/>
                  <a:gd name="connsiteX82" fmla="*/ 639296 w 685803"/>
                  <a:gd name="connsiteY82" fmla="*/ 259015 h 342897"/>
                  <a:gd name="connsiteX83" fmla="*/ 581048 w 685803"/>
                  <a:gd name="connsiteY83" fmla="*/ 342384 h 342897"/>
                  <a:gd name="connsiteX84" fmla="*/ 511060 w 685803"/>
                  <a:gd name="connsiteY84" fmla="*/ 297651 h 342897"/>
                  <a:gd name="connsiteX85" fmla="*/ 602542 w 685803"/>
                  <a:gd name="connsiteY85" fmla="*/ 235590 h 342897"/>
                  <a:gd name="connsiteX86" fmla="*/ 600806 w 685803"/>
                  <a:gd name="connsiteY86" fmla="*/ 216999 h 342897"/>
                  <a:gd name="connsiteX87" fmla="*/ 558218 w 685803"/>
                  <a:gd name="connsiteY87" fmla="*/ 232039 h 342897"/>
                  <a:gd name="connsiteX88" fmla="*/ 508630 w 685803"/>
                  <a:gd name="connsiteY88" fmla="*/ 204618 h 342897"/>
                  <a:gd name="connsiteX89" fmla="*/ 452752 w 685803"/>
                  <a:gd name="connsiteY89" fmla="*/ 232247 h 342897"/>
                  <a:gd name="connsiteX90" fmla="*/ 409990 w 685803"/>
                  <a:gd name="connsiteY90" fmla="*/ 209427 h 342897"/>
                  <a:gd name="connsiteX91" fmla="*/ 357604 w 685803"/>
                  <a:gd name="connsiteY91" fmla="*/ 232054 h 342897"/>
                  <a:gd name="connsiteX92" fmla="*/ 313888 w 685803"/>
                  <a:gd name="connsiteY92" fmla="*/ 214333 h 342897"/>
                  <a:gd name="connsiteX93" fmla="*/ 262964 w 685803"/>
                  <a:gd name="connsiteY93" fmla="*/ 232168 h 342897"/>
                  <a:gd name="connsiteX94" fmla="*/ 606080 w 685803"/>
                  <a:gd name="connsiteY94" fmla="*/ 265519 h 342897"/>
                  <a:gd name="connsiteX95" fmla="*/ 544862 w 685803"/>
                  <a:gd name="connsiteY95" fmla="*/ 296886 h 342897"/>
                  <a:gd name="connsiteX96" fmla="*/ 575140 w 685803"/>
                  <a:gd name="connsiteY96" fmla="*/ 312745 h 342897"/>
                  <a:gd name="connsiteX97" fmla="*/ 606080 w 685803"/>
                  <a:gd name="connsiteY97" fmla="*/ 265519 h 342897"/>
                  <a:gd name="connsiteX98" fmla="*/ 257085 w 685803"/>
                  <a:gd name="connsiteY98" fmla="*/ 35388 h 342897"/>
                  <a:gd name="connsiteX99" fmla="*/ 234889 w 685803"/>
                  <a:gd name="connsiteY99" fmla="*/ 13278 h 342897"/>
                  <a:gd name="connsiteX100" fmla="*/ 212690 w 685803"/>
                  <a:gd name="connsiteY100" fmla="*/ 35388 h 342897"/>
                  <a:gd name="connsiteX101" fmla="*/ 234889 w 685803"/>
                  <a:gd name="connsiteY101" fmla="*/ 57499 h 342897"/>
                  <a:gd name="connsiteX102" fmla="*/ 257085 w 685803"/>
                  <a:gd name="connsiteY102" fmla="*/ 35388 h 342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85803" h="342897">
                    <a:moveTo>
                      <a:pt x="101813" y="194922"/>
                    </a:moveTo>
                    <a:cubicBezTo>
                      <a:pt x="132968" y="194380"/>
                      <a:pt x="138024" y="163772"/>
                      <a:pt x="138024" y="145633"/>
                    </a:cubicBezTo>
                    <a:cubicBezTo>
                      <a:pt x="138024" y="118786"/>
                      <a:pt x="124310" y="109410"/>
                      <a:pt x="107701" y="107721"/>
                    </a:cubicBezTo>
                    <a:cubicBezTo>
                      <a:pt x="87180" y="116812"/>
                      <a:pt x="72131" y="132281"/>
                      <a:pt x="70314" y="156168"/>
                    </a:cubicBezTo>
                    <a:cubicBezTo>
                      <a:pt x="70016" y="160105"/>
                      <a:pt x="69917" y="165358"/>
                      <a:pt x="70230" y="171494"/>
                    </a:cubicBezTo>
                    <a:cubicBezTo>
                      <a:pt x="71066" y="187837"/>
                      <a:pt x="83040" y="195252"/>
                      <a:pt x="101813" y="194922"/>
                    </a:cubicBezTo>
                    <a:moveTo>
                      <a:pt x="262964" y="232168"/>
                    </a:moveTo>
                    <a:cubicBezTo>
                      <a:pt x="240675" y="232168"/>
                      <a:pt x="217253" y="218463"/>
                      <a:pt x="216143" y="192818"/>
                    </a:cubicBezTo>
                    <a:cubicBezTo>
                      <a:pt x="190798" y="219641"/>
                      <a:pt x="151716" y="232421"/>
                      <a:pt x="101813" y="232421"/>
                    </a:cubicBezTo>
                    <a:cubicBezTo>
                      <a:pt x="51484" y="232421"/>
                      <a:pt x="30462" y="198107"/>
                      <a:pt x="30462" y="171378"/>
                    </a:cubicBezTo>
                    <a:cubicBezTo>
                      <a:pt x="31735" y="82273"/>
                      <a:pt x="29701" y="48892"/>
                      <a:pt x="29284" y="42040"/>
                    </a:cubicBezTo>
                    <a:cubicBezTo>
                      <a:pt x="29247" y="41434"/>
                      <a:pt x="29221" y="41035"/>
                      <a:pt x="29213" y="40823"/>
                    </a:cubicBezTo>
                    <a:lnTo>
                      <a:pt x="29204" y="40592"/>
                    </a:lnTo>
                    <a:cubicBezTo>
                      <a:pt x="29076" y="37203"/>
                      <a:pt x="28885" y="32139"/>
                      <a:pt x="25662" y="31794"/>
                    </a:cubicBezTo>
                    <a:cubicBezTo>
                      <a:pt x="23660" y="31580"/>
                      <a:pt x="22368" y="32191"/>
                      <a:pt x="20068" y="35056"/>
                    </a:cubicBezTo>
                    <a:cubicBezTo>
                      <a:pt x="16618" y="39640"/>
                      <a:pt x="9653" y="41455"/>
                      <a:pt x="5416" y="39006"/>
                    </a:cubicBezTo>
                    <a:cubicBezTo>
                      <a:pt x="296" y="36044"/>
                      <a:pt x="-660" y="29507"/>
                      <a:pt x="1931" y="23490"/>
                    </a:cubicBezTo>
                    <a:cubicBezTo>
                      <a:pt x="9121" y="7448"/>
                      <a:pt x="20645" y="350"/>
                      <a:pt x="36174" y="571"/>
                    </a:cubicBezTo>
                    <a:cubicBezTo>
                      <a:pt x="63008" y="955"/>
                      <a:pt x="70706" y="18479"/>
                      <a:pt x="70706" y="40373"/>
                    </a:cubicBezTo>
                    <a:cubicBezTo>
                      <a:pt x="70706" y="40373"/>
                      <a:pt x="70110" y="71913"/>
                      <a:pt x="70110" y="89674"/>
                    </a:cubicBezTo>
                    <a:cubicBezTo>
                      <a:pt x="79604" y="81937"/>
                      <a:pt x="93549" y="73641"/>
                      <a:pt x="116843" y="73641"/>
                    </a:cubicBezTo>
                    <a:cubicBezTo>
                      <a:pt x="165348" y="73641"/>
                      <a:pt x="196141" y="133691"/>
                      <a:pt x="164500" y="191142"/>
                    </a:cubicBezTo>
                    <a:cubicBezTo>
                      <a:pt x="205058" y="172437"/>
                      <a:pt x="213524" y="140219"/>
                      <a:pt x="215097" y="108231"/>
                    </a:cubicBezTo>
                    <a:lnTo>
                      <a:pt x="214949" y="97440"/>
                    </a:lnTo>
                    <a:cubicBezTo>
                      <a:pt x="214949" y="85329"/>
                      <a:pt x="222761" y="75075"/>
                      <a:pt x="234919" y="75075"/>
                    </a:cubicBezTo>
                    <a:cubicBezTo>
                      <a:pt x="247077" y="75075"/>
                      <a:pt x="255152" y="86026"/>
                      <a:pt x="254719" y="97586"/>
                    </a:cubicBezTo>
                    <a:cubicBezTo>
                      <a:pt x="253259" y="136520"/>
                      <a:pt x="252670" y="162145"/>
                      <a:pt x="252670" y="175705"/>
                    </a:cubicBezTo>
                    <a:cubicBezTo>
                      <a:pt x="252670" y="183553"/>
                      <a:pt x="256952" y="195580"/>
                      <a:pt x="269624" y="195580"/>
                    </a:cubicBezTo>
                    <a:cubicBezTo>
                      <a:pt x="294440" y="195580"/>
                      <a:pt x="302596" y="176134"/>
                      <a:pt x="304521" y="130427"/>
                    </a:cubicBezTo>
                    <a:cubicBezTo>
                      <a:pt x="304622" y="113383"/>
                      <a:pt x="304712" y="99142"/>
                      <a:pt x="304712" y="99142"/>
                    </a:cubicBezTo>
                    <a:cubicBezTo>
                      <a:pt x="293464" y="99142"/>
                      <a:pt x="287924" y="93233"/>
                      <a:pt x="287924" y="85850"/>
                    </a:cubicBezTo>
                    <a:cubicBezTo>
                      <a:pt x="287924" y="78467"/>
                      <a:pt x="293788" y="71637"/>
                      <a:pt x="303413" y="71637"/>
                    </a:cubicBezTo>
                    <a:cubicBezTo>
                      <a:pt x="303413" y="71637"/>
                      <a:pt x="303432" y="45960"/>
                      <a:pt x="303432" y="35326"/>
                    </a:cubicBezTo>
                    <a:cubicBezTo>
                      <a:pt x="303432" y="23215"/>
                      <a:pt x="312830" y="13173"/>
                      <a:pt x="324988" y="13173"/>
                    </a:cubicBezTo>
                    <a:cubicBezTo>
                      <a:pt x="337148" y="13173"/>
                      <a:pt x="346803" y="23215"/>
                      <a:pt x="346803" y="35326"/>
                    </a:cubicBezTo>
                    <a:cubicBezTo>
                      <a:pt x="346803" y="39344"/>
                      <a:pt x="346648" y="44027"/>
                      <a:pt x="346479" y="49203"/>
                    </a:cubicBezTo>
                    <a:cubicBezTo>
                      <a:pt x="346262" y="55823"/>
                      <a:pt x="346018" y="63242"/>
                      <a:pt x="346037" y="71093"/>
                    </a:cubicBezTo>
                    <a:lnTo>
                      <a:pt x="347799" y="71084"/>
                    </a:lnTo>
                    <a:lnTo>
                      <a:pt x="347799" y="71084"/>
                    </a:lnTo>
                    <a:cubicBezTo>
                      <a:pt x="351095" y="71073"/>
                      <a:pt x="358555" y="71048"/>
                      <a:pt x="368478" y="70932"/>
                    </a:cubicBezTo>
                    <a:cubicBezTo>
                      <a:pt x="380302" y="70793"/>
                      <a:pt x="385117" y="77398"/>
                      <a:pt x="385117" y="85666"/>
                    </a:cubicBezTo>
                    <a:cubicBezTo>
                      <a:pt x="385117" y="93934"/>
                      <a:pt x="378752" y="99706"/>
                      <a:pt x="370452" y="99740"/>
                    </a:cubicBezTo>
                    <a:cubicBezTo>
                      <a:pt x="362758" y="99772"/>
                      <a:pt x="345765" y="99678"/>
                      <a:pt x="345765" y="99678"/>
                    </a:cubicBezTo>
                    <a:cubicBezTo>
                      <a:pt x="344994" y="124167"/>
                      <a:pt x="344263" y="153693"/>
                      <a:pt x="344263" y="177319"/>
                    </a:cubicBezTo>
                    <a:cubicBezTo>
                      <a:pt x="344263" y="185840"/>
                      <a:pt x="350144" y="195578"/>
                      <a:pt x="364376" y="195578"/>
                    </a:cubicBezTo>
                    <a:cubicBezTo>
                      <a:pt x="393085" y="195578"/>
                      <a:pt x="403810" y="170069"/>
                      <a:pt x="405966" y="121647"/>
                    </a:cubicBezTo>
                    <a:cubicBezTo>
                      <a:pt x="405799" y="87931"/>
                      <a:pt x="405396" y="68401"/>
                      <a:pt x="405091" y="53682"/>
                    </a:cubicBezTo>
                    <a:lnTo>
                      <a:pt x="405091" y="53682"/>
                    </a:lnTo>
                    <a:cubicBezTo>
                      <a:pt x="404879" y="43361"/>
                      <a:pt x="404716" y="35407"/>
                      <a:pt x="404716" y="26589"/>
                    </a:cubicBezTo>
                    <a:cubicBezTo>
                      <a:pt x="404716" y="14480"/>
                      <a:pt x="414800" y="3655"/>
                      <a:pt x="426955" y="3655"/>
                    </a:cubicBezTo>
                    <a:cubicBezTo>
                      <a:pt x="439116" y="3655"/>
                      <a:pt x="448085" y="13374"/>
                      <a:pt x="448085" y="25483"/>
                    </a:cubicBezTo>
                    <a:cubicBezTo>
                      <a:pt x="448085" y="34812"/>
                      <a:pt x="447709" y="45718"/>
                      <a:pt x="447199" y="60591"/>
                    </a:cubicBezTo>
                    <a:lnTo>
                      <a:pt x="447199" y="60591"/>
                    </a:lnTo>
                    <a:lnTo>
                      <a:pt x="447199" y="60593"/>
                    </a:lnTo>
                    <a:cubicBezTo>
                      <a:pt x="446336" y="85747"/>
                      <a:pt x="445082" y="122247"/>
                      <a:pt x="444589" y="181667"/>
                    </a:cubicBezTo>
                    <a:cubicBezTo>
                      <a:pt x="444525" y="189577"/>
                      <a:pt x="448387" y="195150"/>
                      <a:pt x="458633" y="195150"/>
                    </a:cubicBezTo>
                    <a:cubicBezTo>
                      <a:pt x="486014" y="195150"/>
                      <a:pt x="493604" y="165489"/>
                      <a:pt x="496013" y="124062"/>
                    </a:cubicBezTo>
                    <a:cubicBezTo>
                      <a:pt x="496028" y="122069"/>
                      <a:pt x="496046" y="120119"/>
                      <a:pt x="496065" y="118203"/>
                    </a:cubicBezTo>
                    <a:lnTo>
                      <a:pt x="496065" y="118194"/>
                    </a:lnTo>
                    <a:cubicBezTo>
                      <a:pt x="496101" y="114266"/>
                      <a:pt x="496136" y="110483"/>
                      <a:pt x="496136" y="106780"/>
                    </a:cubicBezTo>
                    <a:cubicBezTo>
                      <a:pt x="496136" y="94669"/>
                      <a:pt x="504202" y="84869"/>
                      <a:pt x="516364" y="84869"/>
                    </a:cubicBezTo>
                    <a:cubicBezTo>
                      <a:pt x="528522" y="84869"/>
                      <a:pt x="535670" y="94909"/>
                      <a:pt x="535670" y="107020"/>
                    </a:cubicBezTo>
                    <a:cubicBezTo>
                      <a:pt x="535670" y="115646"/>
                      <a:pt x="535387" y="123717"/>
                      <a:pt x="535098" y="132041"/>
                    </a:cubicBezTo>
                    <a:cubicBezTo>
                      <a:pt x="534840" y="139390"/>
                      <a:pt x="534577" y="146938"/>
                      <a:pt x="534495" y="155247"/>
                    </a:cubicBezTo>
                    <a:cubicBezTo>
                      <a:pt x="534283" y="176624"/>
                      <a:pt x="541587" y="195456"/>
                      <a:pt x="559377" y="195405"/>
                    </a:cubicBezTo>
                    <a:cubicBezTo>
                      <a:pt x="576458" y="195355"/>
                      <a:pt x="595216" y="188165"/>
                      <a:pt x="595671" y="151548"/>
                    </a:cubicBezTo>
                    <a:cubicBezTo>
                      <a:pt x="595799" y="141370"/>
                      <a:pt x="595654" y="133552"/>
                      <a:pt x="595508" y="125661"/>
                    </a:cubicBezTo>
                    <a:lnTo>
                      <a:pt x="595508" y="125659"/>
                    </a:lnTo>
                    <a:lnTo>
                      <a:pt x="595508" y="125657"/>
                    </a:lnTo>
                    <a:lnTo>
                      <a:pt x="595508" y="125654"/>
                    </a:lnTo>
                    <a:cubicBezTo>
                      <a:pt x="595399" y="119812"/>
                      <a:pt x="595289" y="113929"/>
                      <a:pt x="595289" y="107020"/>
                    </a:cubicBezTo>
                    <a:cubicBezTo>
                      <a:pt x="595289" y="94909"/>
                      <a:pt x="603729" y="84869"/>
                      <a:pt x="615889" y="84869"/>
                    </a:cubicBezTo>
                    <a:cubicBezTo>
                      <a:pt x="628041" y="84869"/>
                      <a:pt x="636489" y="94909"/>
                      <a:pt x="636489" y="107020"/>
                    </a:cubicBezTo>
                    <a:cubicBezTo>
                      <a:pt x="636489" y="114259"/>
                      <a:pt x="636225" y="121469"/>
                      <a:pt x="635932" y="129463"/>
                    </a:cubicBezTo>
                    <a:lnTo>
                      <a:pt x="635932" y="129463"/>
                    </a:lnTo>
                    <a:lnTo>
                      <a:pt x="635932" y="129465"/>
                    </a:lnTo>
                    <a:lnTo>
                      <a:pt x="635932" y="129465"/>
                    </a:lnTo>
                    <a:cubicBezTo>
                      <a:pt x="635567" y="139403"/>
                      <a:pt x="635160" y="150549"/>
                      <a:pt x="635160" y="164464"/>
                    </a:cubicBezTo>
                    <a:cubicBezTo>
                      <a:pt x="635160" y="164464"/>
                      <a:pt x="634414" y="215179"/>
                      <a:pt x="636195" y="226403"/>
                    </a:cubicBezTo>
                    <a:cubicBezTo>
                      <a:pt x="641774" y="224547"/>
                      <a:pt x="649821" y="219095"/>
                      <a:pt x="658344" y="205880"/>
                    </a:cubicBezTo>
                    <a:cubicBezTo>
                      <a:pt x="663492" y="197904"/>
                      <a:pt x="673331" y="196193"/>
                      <a:pt x="679396" y="199725"/>
                    </a:cubicBezTo>
                    <a:cubicBezTo>
                      <a:pt x="687744" y="204590"/>
                      <a:pt x="687446" y="214095"/>
                      <a:pt x="684325" y="221039"/>
                    </a:cubicBezTo>
                    <a:cubicBezTo>
                      <a:pt x="676267" y="238964"/>
                      <a:pt x="665790" y="249934"/>
                      <a:pt x="639296" y="259015"/>
                    </a:cubicBezTo>
                    <a:cubicBezTo>
                      <a:pt x="639380" y="289419"/>
                      <a:pt x="637262" y="334277"/>
                      <a:pt x="581048" y="342384"/>
                    </a:cubicBezTo>
                    <a:cubicBezTo>
                      <a:pt x="532907" y="349326"/>
                      <a:pt x="511131" y="321408"/>
                      <a:pt x="511060" y="297651"/>
                    </a:cubicBezTo>
                    <a:cubicBezTo>
                      <a:pt x="510945" y="260140"/>
                      <a:pt x="548432" y="249214"/>
                      <a:pt x="602542" y="235590"/>
                    </a:cubicBezTo>
                    <a:lnTo>
                      <a:pt x="600806" y="216999"/>
                    </a:lnTo>
                    <a:cubicBezTo>
                      <a:pt x="600806" y="216999"/>
                      <a:pt x="588755" y="232802"/>
                      <a:pt x="558218" y="232039"/>
                    </a:cubicBezTo>
                    <a:cubicBezTo>
                      <a:pt x="534660" y="231450"/>
                      <a:pt x="518458" y="220327"/>
                      <a:pt x="508630" y="204618"/>
                    </a:cubicBezTo>
                    <a:cubicBezTo>
                      <a:pt x="497293" y="223237"/>
                      <a:pt x="479522" y="232247"/>
                      <a:pt x="452752" y="232247"/>
                    </a:cubicBezTo>
                    <a:cubicBezTo>
                      <a:pt x="435116" y="232247"/>
                      <a:pt x="418312" y="222931"/>
                      <a:pt x="409990" y="209427"/>
                    </a:cubicBezTo>
                    <a:cubicBezTo>
                      <a:pt x="397719" y="224110"/>
                      <a:pt x="380604" y="232054"/>
                      <a:pt x="357604" y="232054"/>
                    </a:cubicBezTo>
                    <a:cubicBezTo>
                      <a:pt x="337564" y="232054"/>
                      <a:pt x="322755" y="225134"/>
                      <a:pt x="313888" y="214333"/>
                    </a:cubicBezTo>
                    <a:cubicBezTo>
                      <a:pt x="302446" y="227119"/>
                      <a:pt x="285966" y="232168"/>
                      <a:pt x="262964" y="232168"/>
                    </a:cubicBezTo>
                    <a:close/>
                    <a:moveTo>
                      <a:pt x="606080" y="265519"/>
                    </a:moveTo>
                    <a:cubicBezTo>
                      <a:pt x="578729" y="271423"/>
                      <a:pt x="544465" y="280043"/>
                      <a:pt x="544862" y="296886"/>
                    </a:cubicBezTo>
                    <a:cubicBezTo>
                      <a:pt x="545237" y="312681"/>
                      <a:pt x="561544" y="315555"/>
                      <a:pt x="575140" y="312745"/>
                    </a:cubicBezTo>
                    <a:cubicBezTo>
                      <a:pt x="603375" y="306909"/>
                      <a:pt x="606654" y="289919"/>
                      <a:pt x="606080" y="265519"/>
                    </a:cubicBezTo>
                    <a:close/>
                    <a:moveTo>
                      <a:pt x="257085" y="35388"/>
                    </a:moveTo>
                    <a:cubicBezTo>
                      <a:pt x="257085" y="23162"/>
                      <a:pt x="247160" y="13278"/>
                      <a:pt x="234889" y="13278"/>
                    </a:cubicBezTo>
                    <a:cubicBezTo>
                      <a:pt x="222613" y="13278"/>
                      <a:pt x="212690" y="23162"/>
                      <a:pt x="212690" y="35388"/>
                    </a:cubicBezTo>
                    <a:cubicBezTo>
                      <a:pt x="212690" y="47613"/>
                      <a:pt x="222613" y="57499"/>
                      <a:pt x="234889" y="57499"/>
                    </a:cubicBezTo>
                    <a:cubicBezTo>
                      <a:pt x="247160" y="57499"/>
                      <a:pt x="257085" y="47613"/>
                      <a:pt x="257085" y="35388"/>
                    </a:cubicBezTo>
                    <a:close/>
                  </a:path>
                </a:pathLst>
              </a:custGeom>
              <a:grpFill/>
              <a:ln w="2143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8AF08F0-FD29-A7EC-5782-ED3F8FDEDE2A}"/>
                </a:ext>
              </a:extLst>
            </p:cNvPr>
            <p:cNvSpPr/>
            <p:nvPr/>
          </p:nvSpPr>
          <p:spPr>
            <a:xfrm>
              <a:off x="53715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BBAACBB-D82A-56BE-A6F5-AA062173024E}"/>
                </a:ext>
              </a:extLst>
            </p:cNvPr>
            <p:cNvSpPr/>
            <p:nvPr/>
          </p:nvSpPr>
          <p:spPr>
            <a:xfrm>
              <a:off x="56763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02F5F250-0881-C3EB-558F-A9DEC1019AD9}"/>
                </a:ext>
              </a:extLst>
            </p:cNvPr>
            <p:cNvSpPr/>
            <p:nvPr/>
          </p:nvSpPr>
          <p:spPr>
            <a:xfrm>
              <a:off x="9333992" y="9144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A178D7DC-F2D6-8067-ABAD-CBE01B8B0EF2}"/>
                </a:ext>
              </a:extLst>
            </p:cNvPr>
            <p:cNvSpPr/>
            <p:nvPr/>
          </p:nvSpPr>
          <p:spPr>
            <a:xfrm>
              <a:off x="9638792" y="12192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95510211-AF2B-F8ED-B270-C685BD89300C}"/>
                </a:ext>
              </a:extLst>
            </p:cNvPr>
            <p:cNvSpPr/>
            <p:nvPr/>
          </p:nvSpPr>
          <p:spPr>
            <a:xfrm>
              <a:off x="5371592" y="4876800"/>
              <a:ext cx="1066800" cy="1066800"/>
            </a:xfrm>
            <a:custGeom>
              <a:avLst/>
              <a:gdLst>
                <a:gd name="connsiteX0" fmla="*/ 0 w 1066800"/>
                <a:gd name="connsiteY0" fmla="*/ 0 h 1066800"/>
                <a:gd name="connsiteX1" fmla="*/ 152400 w 1066800"/>
                <a:gd name="connsiteY1" fmla="*/ 0 h 1066800"/>
                <a:gd name="connsiteX2" fmla="*/ 304800 w 1066800"/>
                <a:gd name="connsiteY2" fmla="*/ 0 h 1066800"/>
                <a:gd name="connsiteX3" fmla="*/ 457200 w 1066800"/>
                <a:gd name="connsiteY3" fmla="*/ 0 h 1066800"/>
                <a:gd name="connsiteX4" fmla="*/ 609600 w 1066800"/>
                <a:gd name="connsiteY4" fmla="*/ 0 h 1066800"/>
                <a:gd name="connsiteX5" fmla="*/ 762000 w 1066800"/>
                <a:gd name="connsiteY5" fmla="*/ 0 h 1066800"/>
                <a:gd name="connsiteX6" fmla="*/ 914400 w 1066800"/>
                <a:gd name="connsiteY6" fmla="*/ 0 h 1066800"/>
                <a:gd name="connsiteX7" fmla="*/ 1066800 w 1066800"/>
                <a:gd name="connsiteY7" fmla="*/ 0 h 1066800"/>
                <a:gd name="connsiteX8" fmla="*/ 1066800 w 1066800"/>
                <a:gd name="connsiteY8" fmla="*/ 152400 h 1066800"/>
                <a:gd name="connsiteX9" fmla="*/ 1066800 w 1066800"/>
                <a:gd name="connsiteY9" fmla="*/ 304800 h 1066800"/>
                <a:gd name="connsiteX10" fmla="*/ 1066800 w 1066800"/>
                <a:gd name="connsiteY10" fmla="*/ 457200 h 1066800"/>
                <a:gd name="connsiteX11" fmla="*/ 1066800 w 1066800"/>
                <a:gd name="connsiteY11" fmla="*/ 609600 h 1066800"/>
                <a:gd name="connsiteX12" fmla="*/ 1066800 w 1066800"/>
                <a:gd name="connsiteY12" fmla="*/ 762000 h 1066800"/>
                <a:gd name="connsiteX13" fmla="*/ 1066800 w 1066800"/>
                <a:gd name="connsiteY13" fmla="*/ 914400 h 1066800"/>
                <a:gd name="connsiteX14" fmla="*/ 1066800 w 1066800"/>
                <a:gd name="connsiteY14" fmla="*/ 1066800 h 1066800"/>
                <a:gd name="connsiteX15" fmla="*/ 914400 w 1066800"/>
                <a:gd name="connsiteY15" fmla="*/ 1066800 h 1066800"/>
                <a:gd name="connsiteX16" fmla="*/ 762000 w 1066800"/>
                <a:gd name="connsiteY16" fmla="*/ 1066800 h 1066800"/>
                <a:gd name="connsiteX17" fmla="*/ 609600 w 1066800"/>
                <a:gd name="connsiteY17" fmla="*/ 1066800 h 1066800"/>
                <a:gd name="connsiteX18" fmla="*/ 457200 w 1066800"/>
                <a:gd name="connsiteY18" fmla="*/ 1066800 h 1066800"/>
                <a:gd name="connsiteX19" fmla="*/ 304800 w 1066800"/>
                <a:gd name="connsiteY19" fmla="*/ 1066800 h 1066800"/>
                <a:gd name="connsiteX20" fmla="*/ 152400 w 1066800"/>
                <a:gd name="connsiteY20" fmla="*/ 1066800 h 1066800"/>
                <a:gd name="connsiteX21" fmla="*/ 0 w 1066800"/>
                <a:gd name="connsiteY21" fmla="*/ 1066800 h 1066800"/>
                <a:gd name="connsiteX22" fmla="*/ 0 w 1066800"/>
                <a:gd name="connsiteY22" fmla="*/ 914400 h 1066800"/>
                <a:gd name="connsiteX23" fmla="*/ 0 w 1066800"/>
                <a:gd name="connsiteY23" fmla="*/ 762000 h 1066800"/>
                <a:gd name="connsiteX24" fmla="*/ 0 w 1066800"/>
                <a:gd name="connsiteY24" fmla="*/ 609600 h 1066800"/>
                <a:gd name="connsiteX25" fmla="*/ 0 w 1066800"/>
                <a:gd name="connsiteY25" fmla="*/ 457200 h 1066800"/>
                <a:gd name="connsiteX26" fmla="*/ 0 w 1066800"/>
                <a:gd name="connsiteY26" fmla="*/ 304800 h 1066800"/>
                <a:gd name="connsiteX27" fmla="*/ 0 w 1066800"/>
                <a:gd name="connsiteY27" fmla="*/ 152400 h 1066800"/>
                <a:gd name="connsiteX28" fmla="*/ 0 w 1066800"/>
                <a:gd name="connsiteY28" fmla="*/ 0 h 1066800"/>
                <a:gd name="connsiteX29" fmla="*/ 152400 w 1066800"/>
                <a:gd name="connsiteY29" fmla="*/ 152400 h 1066800"/>
                <a:gd name="connsiteX30" fmla="*/ 152400 w 1066800"/>
                <a:gd name="connsiteY30" fmla="*/ 304800 h 1066800"/>
                <a:gd name="connsiteX31" fmla="*/ 152400 w 1066800"/>
                <a:gd name="connsiteY31" fmla="*/ 457200 h 1066800"/>
                <a:gd name="connsiteX32" fmla="*/ 152400 w 1066800"/>
                <a:gd name="connsiteY32" fmla="*/ 609600 h 1066800"/>
                <a:gd name="connsiteX33" fmla="*/ 152400 w 1066800"/>
                <a:gd name="connsiteY33" fmla="*/ 762000 h 1066800"/>
                <a:gd name="connsiteX34" fmla="*/ 152400 w 1066800"/>
                <a:gd name="connsiteY34" fmla="*/ 914400 h 1066800"/>
                <a:gd name="connsiteX35" fmla="*/ 304800 w 1066800"/>
                <a:gd name="connsiteY35" fmla="*/ 914400 h 1066800"/>
                <a:gd name="connsiteX36" fmla="*/ 457200 w 1066800"/>
                <a:gd name="connsiteY36" fmla="*/ 914400 h 1066800"/>
                <a:gd name="connsiteX37" fmla="*/ 609600 w 1066800"/>
                <a:gd name="connsiteY37" fmla="*/ 914400 h 1066800"/>
                <a:gd name="connsiteX38" fmla="*/ 762000 w 1066800"/>
                <a:gd name="connsiteY38" fmla="*/ 914400 h 1066800"/>
                <a:gd name="connsiteX39" fmla="*/ 914400 w 1066800"/>
                <a:gd name="connsiteY39" fmla="*/ 914400 h 1066800"/>
                <a:gd name="connsiteX40" fmla="*/ 914400 w 1066800"/>
                <a:gd name="connsiteY40" fmla="*/ 762000 h 1066800"/>
                <a:gd name="connsiteX41" fmla="*/ 914400 w 1066800"/>
                <a:gd name="connsiteY41" fmla="*/ 609600 h 1066800"/>
                <a:gd name="connsiteX42" fmla="*/ 914400 w 1066800"/>
                <a:gd name="connsiteY42" fmla="*/ 457200 h 1066800"/>
                <a:gd name="connsiteX43" fmla="*/ 914400 w 1066800"/>
                <a:gd name="connsiteY43" fmla="*/ 304800 h 1066800"/>
                <a:gd name="connsiteX44" fmla="*/ 914400 w 1066800"/>
                <a:gd name="connsiteY44" fmla="*/ 152400 h 1066800"/>
                <a:gd name="connsiteX45" fmla="*/ 762000 w 1066800"/>
                <a:gd name="connsiteY45" fmla="*/ 152400 h 1066800"/>
                <a:gd name="connsiteX46" fmla="*/ 609600 w 1066800"/>
                <a:gd name="connsiteY46" fmla="*/ 152400 h 1066800"/>
                <a:gd name="connsiteX47" fmla="*/ 457200 w 1066800"/>
                <a:gd name="connsiteY47" fmla="*/ 152400 h 1066800"/>
                <a:gd name="connsiteX48" fmla="*/ 304800 w 1066800"/>
                <a:gd name="connsiteY48" fmla="*/ 152400 h 1066800"/>
                <a:gd name="connsiteX49" fmla="*/ 152400 w 1066800"/>
                <a:gd name="connsiteY49" fmla="*/ 152400 h 1066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609600" y="0"/>
                  </a:lnTo>
                  <a:lnTo>
                    <a:pt x="762000" y="0"/>
                  </a:lnTo>
                  <a:lnTo>
                    <a:pt x="914400" y="0"/>
                  </a:lnTo>
                  <a:lnTo>
                    <a:pt x="1066800" y="0"/>
                  </a:lnTo>
                  <a:lnTo>
                    <a:pt x="1066800" y="152400"/>
                  </a:lnTo>
                  <a:lnTo>
                    <a:pt x="1066800" y="304800"/>
                  </a:lnTo>
                  <a:lnTo>
                    <a:pt x="1066800" y="457200"/>
                  </a:lnTo>
                  <a:lnTo>
                    <a:pt x="1066800" y="609600"/>
                  </a:lnTo>
                  <a:lnTo>
                    <a:pt x="1066800" y="762000"/>
                  </a:lnTo>
                  <a:lnTo>
                    <a:pt x="1066800" y="914400"/>
                  </a:lnTo>
                  <a:lnTo>
                    <a:pt x="1066800" y="1066800"/>
                  </a:lnTo>
                  <a:lnTo>
                    <a:pt x="914400" y="1066800"/>
                  </a:lnTo>
                  <a:lnTo>
                    <a:pt x="762000" y="1066800"/>
                  </a:lnTo>
                  <a:lnTo>
                    <a:pt x="609600" y="1066800"/>
                  </a:lnTo>
                  <a:lnTo>
                    <a:pt x="457200" y="1066800"/>
                  </a:lnTo>
                  <a:lnTo>
                    <a:pt x="304800" y="1066800"/>
                  </a:lnTo>
                  <a:lnTo>
                    <a:pt x="152400" y="1066800"/>
                  </a:lnTo>
                  <a:lnTo>
                    <a:pt x="0" y="1066800"/>
                  </a:lnTo>
                  <a:lnTo>
                    <a:pt x="0" y="914400"/>
                  </a:lnTo>
                  <a:lnTo>
                    <a:pt x="0" y="762000"/>
                  </a:lnTo>
                  <a:lnTo>
                    <a:pt x="0" y="6096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moveTo>
                    <a:pt x="152400" y="152400"/>
                  </a:moveTo>
                  <a:lnTo>
                    <a:pt x="152400" y="304800"/>
                  </a:lnTo>
                  <a:lnTo>
                    <a:pt x="152400" y="457200"/>
                  </a:lnTo>
                  <a:lnTo>
                    <a:pt x="152400" y="609600"/>
                  </a:lnTo>
                  <a:lnTo>
                    <a:pt x="152400" y="762000"/>
                  </a:lnTo>
                  <a:lnTo>
                    <a:pt x="152400" y="914400"/>
                  </a:lnTo>
                  <a:lnTo>
                    <a:pt x="304800" y="914400"/>
                  </a:lnTo>
                  <a:lnTo>
                    <a:pt x="457200" y="914400"/>
                  </a:lnTo>
                  <a:lnTo>
                    <a:pt x="609600" y="914400"/>
                  </a:lnTo>
                  <a:lnTo>
                    <a:pt x="762000" y="914400"/>
                  </a:lnTo>
                  <a:lnTo>
                    <a:pt x="914400" y="914400"/>
                  </a:lnTo>
                  <a:lnTo>
                    <a:pt x="914400" y="762000"/>
                  </a:lnTo>
                  <a:lnTo>
                    <a:pt x="914400" y="609600"/>
                  </a:lnTo>
                  <a:lnTo>
                    <a:pt x="914400" y="457200"/>
                  </a:lnTo>
                  <a:lnTo>
                    <a:pt x="914400" y="304800"/>
                  </a:lnTo>
                  <a:lnTo>
                    <a:pt x="914400" y="152400"/>
                  </a:lnTo>
                  <a:lnTo>
                    <a:pt x="762000" y="152400"/>
                  </a:lnTo>
                  <a:lnTo>
                    <a:pt x="609600" y="152400"/>
                  </a:lnTo>
                  <a:lnTo>
                    <a:pt x="457200" y="152400"/>
                  </a:lnTo>
                  <a:lnTo>
                    <a:pt x="304800" y="152400"/>
                  </a:lnTo>
                  <a:lnTo>
                    <a:pt x="152400" y="1524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231D339-7A51-1BF9-09EB-6E15155A3C54}"/>
                </a:ext>
              </a:extLst>
            </p:cNvPr>
            <p:cNvSpPr/>
            <p:nvPr/>
          </p:nvSpPr>
          <p:spPr>
            <a:xfrm>
              <a:off x="5676392" y="5181600"/>
              <a:ext cx="457200" cy="457200"/>
            </a:xfrm>
            <a:custGeom>
              <a:avLst/>
              <a:gdLst>
                <a:gd name="connsiteX0" fmla="*/ 0 w 457200"/>
                <a:gd name="connsiteY0" fmla="*/ 0 h 457200"/>
                <a:gd name="connsiteX1" fmla="*/ 152400 w 457200"/>
                <a:gd name="connsiteY1" fmla="*/ 0 h 457200"/>
                <a:gd name="connsiteX2" fmla="*/ 304800 w 457200"/>
                <a:gd name="connsiteY2" fmla="*/ 0 h 457200"/>
                <a:gd name="connsiteX3" fmla="*/ 457200 w 457200"/>
                <a:gd name="connsiteY3" fmla="*/ 0 h 457200"/>
                <a:gd name="connsiteX4" fmla="*/ 457200 w 457200"/>
                <a:gd name="connsiteY4" fmla="*/ 152400 h 457200"/>
                <a:gd name="connsiteX5" fmla="*/ 457200 w 457200"/>
                <a:gd name="connsiteY5" fmla="*/ 304800 h 457200"/>
                <a:gd name="connsiteX6" fmla="*/ 457200 w 457200"/>
                <a:gd name="connsiteY6" fmla="*/ 457200 h 457200"/>
                <a:gd name="connsiteX7" fmla="*/ 304800 w 457200"/>
                <a:gd name="connsiteY7" fmla="*/ 457200 h 457200"/>
                <a:gd name="connsiteX8" fmla="*/ 152400 w 457200"/>
                <a:gd name="connsiteY8" fmla="*/ 457200 h 457200"/>
                <a:gd name="connsiteX9" fmla="*/ 0 w 457200"/>
                <a:gd name="connsiteY9" fmla="*/ 457200 h 457200"/>
                <a:gd name="connsiteX10" fmla="*/ 0 w 457200"/>
                <a:gd name="connsiteY10" fmla="*/ 304800 h 457200"/>
                <a:gd name="connsiteX11" fmla="*/ 0 w 457200"/>
                <a:gd name="connsiteY11" fmla="*/ 152400 h 457200"/>
                <a:gd name="connsiteX12" fmla="*/ 0 w 457200"/>
                <a:gd name="connsiteY12" fmla="*/ 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57200" h="457200">
                  <a:moveTo>
                    <a:pt x="0" y="0"/>
                  </a:moveTo>
                  <a:lnTo>
                    <a:pt x="152400" y="0"/>
                  </a:lnTo>
                  <a:lnTo>
                    <a:pt x="304800" y="0"/>
                  </a:lnTo>
                  <a:lnTo>
                    <a:pt x="457200" y="0"/>
                  </a:lnTo>
                  <a:lnTo>
                    <a:pt x="457200" y="152400"/>
                  </a:lnTo>
                  <a:lnTo>
                    <a:pt x="457200" y="304800"/>
                  </a:lnTo>
                  <a:lnTo>
                    <a:pt x="457200" y="457200"/>
                  </a:lnTo>
                  <a:lnTo>
                    <a:pt x="304800" y="457200"/>
                  </a:lnTo>
                  <a:lnTo>
                    <a:pt x="152400" y="457200"/>
                  </a:lnTo>
                  <a:lnTo>
                    <a:pt x="0" y="457200"/>
                  </a:lnTo>
                  <a:lnTo>
                    <a:pt x="0" y="3048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E109EF75-85D2-56B9-B63A-B07D93389F15}"/>
              </a:ext>
            </a:extLst>
          </p:cNvPr>
          <p:cNvSpPr txBox="1"/>
          <p:nvPr/>
        </p:nvSpPr>
        <p:spPr>
          <a:xfrm>
            <a:off x="1385901" y="889000"/>
            <a:ext cx="3161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5x2 inch sticker, 2cm QR code</a:t>
            </a:r>
          </a:p>
        </p:txBody>
      </p:sp>
    </p:spTree>
    <p:extLst>
      <p:ext uri="{BB962C8B-B14F-4D97-AF65-F5344CB8AC3E}">
        <p14:creationId xmlns:p14="http://schemas.microsoft.com/office/powerpoint/2010/main" val="1559933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90D1-A9B9-FFC6-834A-E60D46BD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5A5F283-745E-8145-85A7-2323C9F9EE54}"/>
              </a:ext>
            </a:extLst>
          </p:cNvPr>
          <p:cNvSpPr/>
          <p:nvPr/>
        </p:nvSpPr>
        <p:spPr>
          <a:xfrm>
            <a:off x="1133464" y="1279579"/>
            <a:ext cx="54864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DF8190E4-5E97-2D9A-D957-A1D2BDD4602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08306" y="1543829"/>
            <a:ext cx="1005554" cy="1094278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47077DE-1AB1-A797-9BD0-61F8A2DC244D}"/>
              </a:ext>
            </a:extLst>
          </p:cNvPr>
          <p:cNvSpPr txBox="1"/>
          <p:nvPr/>
        </p:nvSpPr>
        <p:spPr>
          <a:xfrm>
            <a:off x="2216165" y="1673759"/>
            <a:ext cx="4515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578C5D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EAFC54-6F1D-DB0E-31F4-956D9F2BC758}"/>
              </a:ext>
            </a:extLst>
          </p:cNvPr>
          <p:cNvSpPr txBox="1"/>
          <p:nvPr/>
        </p:nvSpPr>
        <p:spPr>
          <a:xfrm>
            <a:off x="2220775" y="2294547"/>
            <a:ext cx="4329135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50" b="1" dirty="0">
                <a:solidFill>
                  <a:srgbClr val="578C5D"/>
                </a:solidFill>
                <a:latin typeface="SF Orson Casual Medium" pitchFamily="2" charset="0"/>
              </a:rPr>
              <a:t>building sustainable research communities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F77DF6A-139A-1D90-D985-B62D230055D5}"/>
              </a:ext>
            </a:extLst>
          </p:cNvPr>
          <p:cNvSpPr txBox="1"/>
          <p:nvPr/>
        </p:nvSpPr>
        <p:spPr>
          <a:xfrm>
            <a:off x="1358423" y="82145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5x2 inch sticker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EB9B2E-CD84-BF7E-BD5E-3020F34BEBDC}"/>
              </a:ext>
            </a:extLst>
          </p:cNvPr>
          <p:cNvSpPr/>
          <p:nvPr/>
        </p:nvSpPr>
        <p:spPr>
          <a:xfrm>
            <a:off x="6362278" y="4727041"/>
            <a:ext cx="182880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9366133-7B66-D330-BE00-CF4460A90D5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02736" y="4845088"/>
            <a:ext cx="619137" cy="67376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45FBBD-F86D-314A-26BF-105BA8B82D06}"/>
              </a:ext>
            </a:extLst>
          </p:cNvPr>
          <p:cNvSpPr txBox="1"/>
          <p:nvPr/>
        </p:nvSpPr>
        <p:spPr>
          <a:xfrm>
            <a:off x="6867943" y="4825424"/>
            <a:ext cx="13479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58B27D-E1C1-EAC2-D3AE-0519C9C76842}"/>
              </a:ext>
            </a:extLst>
          </p:cNvPr>
          <p:cNvSpPr txBox="1"/>
          <p:nvPr/>
        </p:nvSpPr>
        <p:spPr>
          <a:xfrm>
            <a:off x="6848279" y="5229809"/>
            <a:ext cx="14015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6B6570-A577-7112-9FA5-B68F313986B6}"/>
              </a:ext>
            </a:extLst>
          </p:cNvPr>
          <p:cNvSpPr txBox="1"/>
          <p:nvPr/>
        </p:nvSpPr>
        <p:spPr>
          <a:xfrm>
            <a:off x="6364658" y="4290991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2x1 inch sticker</a:t>
            </a:r>
          </a:p>
        </p:txBody>
      </p:sp>
    </p:spTree>
    <p:extLst>
      <p:ext uri="{BB962C8B-B14F-4D97-AF65-F5344CB8AC3E}">
        <p14:creationId xmlns:p14="http://schemas.microsoft.com/office/powerpoint/2010/main" val="2098970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D284F-6DE0-6A5E-99C0-227D4A983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0C9011-6788-ECBC-4AB4-5C8DA9A1D60D}"/>
              </a:ext>
            </a:extLst>
          </p:cNvPr>
          <p:cNvSpPr/>
          <p:nvPr/>
        </p:nvSpPr>
        <p:spPr>
          <a:xfrm>
            <a:off x="6362278" y="4727041"/>
            <a:ext cx="27432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7CB4F9-87A6-3F99-DC08-033D3E1D3C4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02736" y="4933555"/>
            <a:ext cx="1023017" cy="11132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D65AC1-D2CF-9272-2E09-003748DE61E8}"/>
              </a:ext>
            </a:extLst>
          </p:cNvPr>
          <p:cNvSpPr txBox="1"/>
          <p:nvPr/>
        </p:nvSpPr>
        <p:spPr>
          <a:xfrm>
            <a:off x="7427874" y="4933555"/>
            <a:ext cx="14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00C703-CCDB-8D8D-E286-56333D90925C}"/>
              </a:ext>
            </a:extLst>
          </p:cNvPr>
          <p:cNvSpPr txBox="1"/>
          <p:nvPr/>
        </p:nvSpPr>
        <p:spPr>
          <a:xfrm>
            <a:off x="7236841" y="5615952"/>
            <a:ext cx="1854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A2DD04-6123-6805-3907-B6980C069047}"/>
              </a:ext>
            </a:extLst>
          </p:cNvPr>
          <p:cNvSpPr txBox="1"/>
          <p:nvPr/>
        </p:nvSpPr>
        <p:spPr>
          <a:xfrm>
            <a:off x="6364658" y="4290991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3x2 inch sticker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C54103-C5F4-0160-5125-587D8FEB1DAE}"/>
              </a:ext>
            </a:extLst>
          </p:cNvPr>
          <p:cNvSpPr/>
          <p:nvPr/>
        </p:nvSpPr>
        <p:spPr>
          <a:xfrm>
            <a:off x="1133464" y="1279579"/>
            <a:ext cx="54864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D9F6C7-DC4D-5D9B-2021-498ED96BC5C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08306" y="1543829"/>
            <a:ext cx="1005554" cy="1094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B4FA47-EDED-7DE3-9442-7AA820A2EC70}"/>
              </a:ext>
            </a:extLst>
          </p:cNvPr>
          <p:cNvSpPr txBox="1"/>
          <p:nvPr/>
        </p:nvSpPr>
        <p:spPr>
          <a:xfrm>
            <a:off x="2216165" y="1673759"/>
            <a:ext cx="4515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578C5D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B5E39D-9265-3C35-DF40-3C5D813829E4}"/>
              </a:ext>
            </a:extLst>
          </p:cNvPr>
          <p:cNvSpPr txBox="1"/>
          <p:nvPr/>
        </p:nvSpPr>
        <p:spPr>
          <a:xfrm>
            <a:off x="2220775" y="2294547"/>
            <a:ext cx="4329135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50" b="1" dirty="0">
                <a:solidFill>
                  <a:srgbClr val="578C5D"/>
                </a:solidFill>
                <a:latin typeface="SF Orson Casual Medium" pitchFamily="2" charset="0"/>
              </a:rPr>
              <a:t>building sustainable research communities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4FD9A8-541B-5503-C076-C0178B559F36}"/>
              </a:ext>
            </a:extLst>
          </p:cNvPr>
          <p:cNvSpPr txBox="1"/>
          <p:nvPr/>
        </p:nvSpPr>
        <p:spPr>
          <a:xfrm>
            <a:off x="1358423" y="82145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5x2 inch sticker</a:t>
            </a:r>
          </a:p>
        </p:txBody>
      </p:sp>
    </p:spTree>
    <p:extLst>
      <p:ext uri="{BB962C8B-B14F-4D97-AF65-F5344CB8AC3E}">
        <p14:creationId xmlns:p14="http://schemas.microsoft.com/office/powerpoint/2010/main" val="1209496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4061C-CDEB-101E-7989-E92278576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8E56FC-6956-A879-3171-C61F4D7ECB55}"/>
              </a:ext>
            </a:extLst>
          </p:cNvPr>
          <p:cNvSpPr/>
          <p:nvPr/>
        </p:nvSpPr>
        <p:spPr>
          <a:xfrm>
            <a:off x="6362278" y="4727041"/>
            <a:ext cx="27432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7A26BA-1947-52DB-1923-D0B0A3BBF59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02736" y="4933555"/>
            <a:ext cx="1023017" cy="111328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B265A5A-6F38-CDF0-9A6C-DB89064906DB}"/>
              </a:ext>
            </a:extLst>
          </p:cNvPr>
          <p:cNvSpPr txBox="1"/>
          <p:nvPr/>
        </p:nvSpPr>
        <p:spPr>
          <a:xfrm>
            <a:off x="7427874" y="4933555"/>
            <a:ext cx="14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578C5D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1483A2-63B3-D6B1-1243-1F774EBEB44C}"/>
              </a:ext>
            </a:extLst>
          </p:cNvPr>
          <p:cNvSpPr txBox="1"/>
          <p:nvPr/>
        </p:nvSpPr>
        <p:spPr>
          <a:xfrm>
            <a:off x="7236841" y="5615952"/>
            <a:ext cx="1854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578C5D"/>
                </a:solidFill>
                <a:latin typeface="SF Orson Casual Medium" pitchFamily="2" charset="0"/>
              </a:rPr>
              <a:t>Cooperative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718F7E-2DF8-3DAC-1B2A-39AB30BA3A67}"/>
              </a:ext>
            </a:extLst>
          </p:cNvPr>
          <p:cNvSpPr txBox="1"/>
          <p:nvPr/>
        </p:nvSpPr>
        <p:spPr>
          <a:xfrm>
            <a:off x="6364658" y="4290991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3x2 inch sticker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43416A-A533-5C75-336C-13D077A219A3}"/>
              </a:ext>
            </a:extLst>
          </p:cNvPr>
          <p:cNvSpPr/>
          <p:nvPr/>
        </p:nvSpPr>
        <p:spPr>
          <a:xfrm>
            <a:off x="1133464" y="1279579"/>
            <a:ext cx="54864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EEEAD5-FCB0-E3E8-3481-67BD2668F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06" y="1543829"/>
            <a:ext cx="1005554" cy="10942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7441FD-03E8-0D58-3A6B-08575B1907A1}"/>
              </a:ext>
            </a:extLst>
          </p:cNvPr>
          <p:cNvSpPr txBox="1"/>
          <p:nvPr/>
        </p:nvSpPr>
        <p:spPr>
          <a:xfrm>
            <a:off x="2216165" y="1673759"/>
            <a:ext cx="4515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578C5D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B6348-526B-6F94-CD6F-934524887E14}"/>
              </a:ext>
            </a:extLst>
          </p:cNvPr>
          <p:cNvSpPr txBox="1"/>
          <p:nvPr/>
        </p:nvSpPr>
        <p:spPr>
          <a:xfrm>
            <a:off x="2220775" y="2294547"/>
            <a:ext cx="4329135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50" b="1" dirty="0">
                <a:solidFill>
                  <a:srgbClr val="578C5D"/>
                </a:solidFill>
                <a:latin typeface="SF Orson Casual Medium" pitchFamily="2" charset="0"/>
              </a:rPr>
              <a:t>building sustainable research communities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8A697-C8A9-AB41-13D7-B4F180B55D99}"/>
              </a:ext>
            </a:extLst>
          </p:cNvPr>
          <p:cNvSpPr txBox="1"/>
          <p:nvPr/>
        </p:nvSpPr>
        <p:spPr>
          <a:xfrm>
            <a:off x="1358423" y="82145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5x2 inch sticker</a:t>
            </a:r>
          </a:p>
        </p:txBody>
      </p:sp>
      <p:pic>
        <p:nvPicPr>
          <p:cNvPr id="8" name="Picture 7" descr="A screenshot of a color palette&#10;&#10;AI-generated content may be incorrect.">
            <a:extLst>
              <a:ext uri="{FF2B5EF4-FFF2-40B4-BE49-F238E27FC236}">
                <a16:creationId xmlns:a16="http://schemas.microsoft.com/office/drawing/2014/main" id="{333C5D4E-9345-77F0-3A4A-E5328AB0D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14" y="3719400"/>
            <a:ext cx="4302206" cy="177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351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Picture 2469">
            <a:extLst>
              <a:ext uri="{FF2B5EF4-FFF2-40B4-BE49-F238E27FC236}">
                <a16:creationId xmlns:a16="http://schemas.microsoft.com/office/drawing/2014/main" id="{99AE769E-6196-96C8-80AF-631DF50D2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LineDrawing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962023">
            <a:off x="526395" y="-1116695"/>
            <a:ext cx="10074088" cy="10074088"/>
          </a:xfrm>
          <a:prstGeom prst="rect">
            <a:avLst/>
          </a:prstGeom>
        </p:spPr>
      </p:pic>
      <p:grpSp>
        <p:nvGrpSpPr>
          <p:cNvPr id="2501" name="Group 2500">
            <a:extLst>
              <a:ext uri="{FF2B5EF4-FFF2-40B4-BE49-F238E27FC236}">
                <a16:creationId xmlns:a16="http://schemas.microsoft.com/office/drawing/2014/main" id="{ACD6236F-9784-BC7D-F208-6E6136FF6142}"/>
              </a:ext>
            </a:extLst>
          </p:cNvPr>
          <p:cNvGrpSpPr>
            <a:grpSpLocks noChangeAspect="1"/>
          </p:cNvGrpSpPr>
          <p:nvPr/>
        </p:nvGrpSpPr>
        <p:grpSpPr>
          <a:xfrm>
            <a:off x="4541364" y="-2125526"/>
            <a:ext cx="4228519" cy="5856011"/>
            <a:chOff x="4541364" y="-2125526"/>
            <a:chExt cx="4228519" cy="5856011"/>
          </a:xfrm>
        </p:grpSpPr>
        <p:sp>
          <p:nvSpPr>
            <p:cNvPr id="2478" name="Freeform 2477">
              <a:extLst>
                <a:ext uri="{FF2B5EF4-FFF2-40B4-BE49-F238E27FC236}">
                  <a16:creationId xmlns:a16="http://schemas.microsoft.com/office/drawing/2014/main" id="{A6C0F1EA-30ED-70C4-12A2-EC2E10284709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9" name="Freeform 2478">
              <a:extLst>
                <a:ext uri="{FF2B5EF4-FFF2-40B4-BE49-F238E27FC236}">
                  <a16:creationId xmlns:a16="http://schemas.microsoft.com/office/drawing/2014/main" id="{AB4F5A4E-C70E-C69A-39E2-D76F2700B082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0" name="Freeform 2479">
              <a:extLst>
                <a:ext uri="{FF2B5EF4-FFF2-40B4-BE49-F238E27FC236}">
                  <a16:creationId xmlns:a16="http://schemas.microsoft.com/office/drawing/2014/main" id="{3461FF17-AB8B-5B0E-20BA-22ED47A76E96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1" name="Freeform 2480">
              <a:extLst>
                <a:ext uri="{FF2B5EF4-FFF2-40B4-BE49-F238E27FC236}">
                  <a16:creationId xmlns:a16="http://schemas.microsoft.com/office/drawing/2014/main" id="{33B52061-ACFD-C53D-FEC2-5D5973EC48A1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89" name="Straight Connector 2488">
              <a:extLst>
                <a:ext uri="{FF2B5EF4-FFF2-40B4-BE49-F238E27FC236}">
                  <a16:creationId xmlns:a16="http://schemas.microsoft.com/office/drawing/2014/main" id="{1FE3B0E9-6E9D-4080-BE70-6EB01A144C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0041" y="1693079"/>
              <a:ext cx="4049842" cy="2497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2" name="Straight Connector 2491">
              <a:extLst>
                <a:ext uri="{FF2B5EF4-FFF2-40B4-BE49-F238E27FC236}">
                  <a16:creationId xmlns:a16="http://schemas.microsoft.com/office/drawing/2014/main" id="{47D85318-4DD6-884F-E7FD-DAB52914E1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7447" y="-2125526"/>
              <a:ext cx="34638" cy="585601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4" name="Straight Connector 2493">
              <a:extLst>
                <a:ext uri="{FF2B5EF4-FFF2-40B4-BE49-F238E27FC236}">
                  <a16:creationId xmlns:a16="http://schemas.microsoft.com/office/drawing/2014/main" id="{CF3701CD-C7F8-FEA6-9AA1-1F9DF24A53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4831" y="583107"/>
              <a:ext cx="3617550" cy="29609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7" name="Straight Connector 2496">
              <a:extLst>
                <a:ext uri="{FF2B5EF4-FFF2-40B4-BE49-F238E27FC236}">
                  <a16:creationId xmlns:a16="http://schemas.microsoft.com/office/drawing/2014/main" id="{1FC71A75-94E5-C868-79AF-82399DF616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7881" y="-506807"/>
              <a:ext cx="3062749" cy="7733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9" name="Straight Connector 2498">
              <a:extLst>
                <a:ext uri="{FF2B5EF4-FFF2-40B4-BE49-F238E27FC236}">
                  <a16:creationId xmlns:a16="http://schemas.microsoft.com/office/drawing/2014/main" id="{27E22A48-EC23-2896-A425-A60B4252E3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440" y="-1632923"/>
              <a:ext cx="2301035" cy="158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2" name="Group 2511">
            <a:extLst>
              <a:ext uri="{FF2B5EF4-FFF2-40B4-BE49-F238E27FC236}">
                <a16:creationId xmlns:a16="http://schemas.microsoft.com/office/drawing/2014/main" id="{8232608E-DD43-A8BA-BDC5-57C254F921F5}"/>
              </a:ext>
            </a:extLst>
          </p:cNvPr>
          <p:cNvGrpSpPr>
            <a:grpSpLocks noChangeAspect="1"/>
          </p:cNvGrpSpPr>
          <p:nvPr/>
        </p:nvGrpSpPr>
        <p:grpSpPr>
          <a:xfrm rot="12143146">
            <a:off x="3596679" y="5717691"/>
            <a:ext cx="2695169" cy="3732499"/>
            <a:chOff x="4541364" y="-2125526"/>
            <a:chExt cx="4228519" cy="5856011"/>
          </a:xfrm>
        </p:grpSpPr>
        <p:sp>
          <p:nvSpPr>
            <p:cNvPr id="2513" name="Freeform 2512">
              <a:extLst>
                <a:ext uri="{FF2B5EF4-FFF2-40B4-BE49-F238E27FC236}">
                  <a16:creationId xmlns:a16="http://schemas.microsoft.com/office/drawing/2014/main" id="{E22FD4FA-A019-B998-DDAD-EA69B00F40E8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4" name="Freeform 2513">
              <a:extLst>
                <a:ext uri="{FF2B5EF4-FFF2-40B4-BE49-F238E27FC236}">
                  <a16:creationId xmlns:a16="http://schemas.microsoft.com/office/drawing/2014/main" id="{FEEDE113-E714-CDCC-5579-24D6A57DE7FC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5" name="Freeform 2514">
              <a:extLst>
                <a:ext uri="{FF2B5EF4-FFF2-40B4-BE49-F238E27FC236}">
                  <a16:creationId xmlns:a16="http://schemas.microsoft.com/office/drawing/2014/main" id="{9657C44E-BA88-15A9-EE71-144A99354624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6" name="Freeform 2515">
              <a:extLst>
                <a:ext uri="{FF2B5EF4-FFF2-40B4-BE49-F238E27FC236}">
                  <a16:creationId xmlns:a16="http://schemas.microsoft.com/office/drawing/2014/main" id="{2DC06DAE-D457-D491-01A5-AAC77C471E88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17" name="Straight Connector 2516">
              <a:extLst>
                <a:ext uri="{FF2B5EF4-FFF2-40B4-BE49-F238E27FC236}">
                  <a16:creationId xmlns:a16="http://schemas.microsoft.com/office/drawing/2014/main" id="{E8D8463B-01DE-7F38-0AB2-9164B7B9F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0041" y="1693079"/>
              <a:ext cx="4049842" cy="2497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8" name="Straight Connector 2517">
              <a:extLst>
                <a:ext uri="{FF2B5EF4-FFF2-40B4-BE49-F238E27FC236}">
                  <a16:creationId xmlns:a16="http://schemas.microsoft.com/office/drawing/2014/main" id="{36524268-A4B3-D6D7-F988-A1A4912ED9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7447" y="-2125526"/>
              <a:ext cx="34638" cy="585601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9" name="Straight Connector 2518">
              <a:extLst>
                <a:ext uri="{FF2B5EF4-FFF2-40B4-BE49-F238E27FC236}">
                  <a16:creationId xmlns:a16="http://schemas.microsoft.com/office/drawing/2014/main" id="{6A11498D-15D5-8242-C35C-B6BCE194B8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4831" y="583107"/>
              <a:ext cx="3617550" cy="29609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0" name="Straight Connector 2519">
              <a:extLst>
                <a:ext uri="{FF2B5EF4-FFF2-40B4-BE49-F238E27FC236}">
                  <a16:creationId xmlns:a16="http://schemas.microsoft.com/office/drawing/2014/main" id="{910D0822-67BE-4938-BE66-0207055A02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7881" y="-506807"/>
              <a:ext cx="3062749" cy="7733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1" name="Straight Connector 2520">
              <a:extLst>
                <a:ext uri="{FF2B5EF4-FFF2-40B4-BE49-F238E27FC236}">
                  <a16:creationId xmlns:a16="http://schemas.microsoft.com/office/drawing/2014/main" id="{B7F3A37A-E506-098D-AE1B-13A4F5CEFA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440" y="-1632923"/>
              <a:ext cx="2301035" cy="158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2" name="Group 2521">
            <a:extLst>
              <a:ext uri="{FF2B5EF4-FFF2-40B4-BE49-F238E27FC236}">
                <a16:creationId xmlns:a16="http://schemas.microsoft.com/office/drawing/2014/main" id="{212E04CA-1BAF-115C-73D5-96BB0F93C650}"/>
              </a:ext>
            </a:extLst>
          </p:cNvPr>
          <p:cNvGrpSpPr>
            <a:grpSpLocks noChangeAspect="1"/>
          </p:cNvGrpSpPr>
          <p:nvPr/>
        </p:nvGrpSpPr>
        <p:grpSpPr>
          <a:xfrm rot="7648067">
            <a:off x="6944045" y="5187878"/>
            <a:ext cx="2180574" cy="3019844"/>
            <a:chOff x="4541364" y="-2125526"/>
            <a:chExt cx="4228519" cy="5856011"/>
          </a:xfrm>
        </p:grpSpPr>
        <p:sp>
          <p:nvSpPr>
            <p:cNvPr id="2523" name="Freeform 2522">
              <a:extLst>
                <a:ext uri="{FF2B5EF4-FFF2-40B4-BE49-F238E27FC236}">
                  <a16:creationId xmlns:a16="http://schemas.microsoft.com/office/drawing/2014/main" id="{7246AD13-3A4A-8CF2-80C9-58F26FFBD0D4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4" name="Freeform 2523">
              <a:extLst>
                <a:ext uri="{FF2B5EF4-FFF2-40B4-BE49-F238E27FC236}">
                  <a16:creationId xmlns:a16="http://schemas.microsoft.com/office/drawing/2014/main" id="{CB54CA22-F657-65CB-AFF0-5E876A2F46F0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5" name="Freeform 2524">
              <a:extLst>
                <a:ext uri="{FF2B5EF4-FFF2-40B4-BE49-F238E27FC236}">
                  <a16:creationId xmlns:a16="http://schemas.microsoft.com/office/drawing/2014/main" id="{2F83D4A2-56FA-8A86-A4A5-B0A3C594D9F7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6" name="Freeform 2525">
              <a:extLst>
                <a:ext uri="{FF2B5EF4-FFF2-40B4-BE49-F238E27FC236}">
                  <a16:creationId xmlns:a16="http://schemas.microsoft.com/office/drawing/2014/main" id="{99AAA45C-86E5-6980-9344-3AA117E05265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27" name="Straight Connector 2526">
              <a:extLst>
                <a:ext uri="{FF2B5EF4-FFF2-40B4-BE49-F238E27FC236}">
                  <a16:creationId xmlns:a16="http://schemas.microsoft.com/office/drawing/2014/main" id="{6C56F57B-F65F-03E4-FD4A-FF74A1E62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0041" y="1693079"/>
              <a:ext cx="4049842" cy="2497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8" name="Straight Connector 2527">
              <a:extLst>
                <a:ext uri="{FF2B5EF4-FFF2-40B4-BE49-F238E27FC236}">
                  <a16:creationId xmlns:a16="http://schemas.microsoft.com/office/drawing/2014/main" id="{92812F71-6DE0-3BC1-3D09-14500A9725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7447" y="-2125526"/>
              <a:ext cx="34638" cy="585601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9" name="Straight Connector 2528">
              <a:extLst>
                <a:ext uri="{FF2B5EF4-FFF2-40B4-BE49-F238E27FC236}">
                  <a16:creationId xmlns:a16="http://schemas.microsoft.com/office/drawing/2014/main" id="{43FF8B30-6434-3F64-C43E-BD7F5587D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4831" y="583107"/>
              <a:ext cx="3617550" cy="29609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0" name="Straight Connector 2529">
              <a:extLst>
                <a:ext uri="{FF2B5EF4-FFF2-40B4-BE49-F238E27FC236}">
                  <a16:creationId xmlns:a16="http://schemas.microsoft.com/office/drawing/2014/main" id="{2CC18875-74BC-0BA9-24DB-E72A6C9F3D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7881" y="-506807"/>
              <a:ext cx="3062749" cy="7733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1" name="Straight Connector 2530">
              <a:extLst>
                <a:ext uri="{FF2B5EF4-FFF2-40B4-BE49-F238E27FC236}">
                  <a16:creationId xmlns:a16="http://schemas.microsoft.com/office/drawing/2014/main" id="{34EE4E6F-1D65-C56B-4A25-457718E014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440" y="-1632923"/>
              <a:ext cx="2301035" cy="158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2" name="Group 2531">
            <a:extLst>
              <a:ext uri="{FF2B5EF4-FFF2-40B4-BE49-F238E27FC236}">
                <a16:creationId xmlns:a16="http://schemas.microsoft.com/office/drawing/2014/main" id="{4482DE57-3C77-A421-8B88-D517E65A52BF}"/>
              </a:ext>
            </a:extLst>
          </p:cNvPr>
          <p:cNvGrpSpPr>
            <a:grpSpLocks noChangeAspect="1"/>
          </p:cNvGrpSpPr>
          <p:nvPr/>
        </p:nvGrpSpPr>
        <p:grpSpPr>
          <a:xfrm rot="3108448">
            <a:off x="7105389" y="2863547"/>
            <a:ext cx="1728000" cy="2393080"/>
            <a:chOff x="4541364" y="-2125526"/>
            <a:chExt cx="4228519" cy="5856011"/>
          </a:xfrm>
        </p:grpSpPr>
        <p:sp>
          <p:nvSpPr>
            <p:cNvPr id="2533" name="Freeform 2532">
              <a:extLst>
                <a:ext uri="{FF2B5EF4-FFF2-40B4-BE49-F238E27FC236}">
                  <a16:creationId xmlns:a16="http://schemas.microsoft.com/office/drawing/2014/main" id="{ABD7CB13-5AAA-BD68-ADE2-FFD43656AC0C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4" name="Freeform 2533">
              <a:extLst>
                <a:ext uri="{FF2B5EF4-FFF2-40B4-BE49-F238E27FC236}">
                  <a16:creationId xmlns:a16="http://schemas.microsoft.com/office/drawing/2014/main" id="{D1B1C892-3E3B-C367-76AD-C7B682C6F38B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5" name="Freeform 2534">
              <a:extLst>
                <a:ext uri="{FF2B5EF4-FFF2-40B4-BE49-F238E27FC236}">
                  <a16:creationId xmlns:a16="http://schemas.microsoft.com/office/drawing/2014/main" id="{48138486-D60C-A0BE-8C5E-5BB0FDBB8100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6" name="Freeform 2535">
              <a:extLst>
                <a:ext uri="{FF2B5EF4-FFF2-40B4-BE49-F238E27FC236}">
                  <a16:creationId xmlns:a16="http://schemas.microsoft.com/office/drawing/2014/main" id="{49197581-9D50-35EA-5FF8-F6F8F97E328F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37" name="Straight Connector 2536">
              <a:extLst>
                <a:ext uri="{FF2B5EF4-FFF2-40B4-BE49-F238E27FC236}">
                  <a16:creationId xmlns:a16="http://schemas.microsoft.com/office/drawing/2014/main" id="{CCC3BA99-403A-A086-3718-E3CFBBA5CF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0041" y="1693079"/>
              <a:ext cx="4049842" cy="2497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8" name="Straight Connector 2537">
              <a:extLst>
                <a:ext uri="{FF2B5EF4-FFF2-40B4-BE49-F238E27FC236}">
                  <a16:creationId xmlns:a16="http://schemas.microsoft.com/office/drawing/2014/main" id="{C49E93D8-48BB-4FCD-21C4-39E727FE2E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7447" y="-2125526"/>
              <a:ext cx="34638" cy="585601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9" name="Straight Connector 2538">
              <a:extLst>
                <a:ext uri="{FF2B5EF4-FFF2-40B4-BE49-F238E27FC236}">
                  <a16:creationId xmlns:a16="http://schemas.microsoft.com/office/drawing/2014/main" id="{F82F8F02-B5A2-6C9A-2107-5D1A1675DE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4831" y="583107"/>
              <a:ext cx="3617550" cy="29609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0" name="Straight Connector 2539">
              <a:extLst>
                <a:ext uri="{FF2B5EF4-FFF2-40B4-BE49-F238E27FC236}">
                  <a16:creationId xmlns:a16="http://schemas.microsoft.com/office/drawing/2014/main" id="{6148443C-3E2B-D44F-9474-527169CABE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7881" y="-506807"/>
              <a:ext cx="3062749" cy="7733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1" name="Straight Connector 2540">
              <a:extLst>
                <a:ext uri="{FF2B5EF4-FFF2-40B4-BE49-F238E27FC236}">
                  <a16:creationId xmlns:a16="http://schemas.microsoft.com/office/drawing/2014/main" id="{DD89AB34-3E91-045D-AE70-FF2D1414B9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440" y="-1632923"/>
              <a:ext cx="2301035" cy="158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42" name="Group 2541">
            <a:extLst>
              <a:ext uri="{FF2B5EF4-FFF2-40B4-BE49-F238E27FC236}">
                <a16:creationId xmlns:a16="http://schemas.microsoft.com/office/drawing/2014/main" id="{5000D019-6AEF-ED34-C5DD-44DBC9CD71FF}"/>
              </a:ext>
            </a:extLst>
          </p:cNvPr>
          <p:cNvGrpSpPr>
            <a:grpSpLocks noChangeAspect="1"/>
          </p:cNvGrpSpPr>
          <p:nvPr/>
        </p:nvGrpSpPr>
        <p:grpSpPr>
          <a:xfrm rot="20251015">
            <a:off x="5231033" y="2610356"/>
            <a:ext cx="1380895" cy="1912379"/>
            <a:chOff x="4541364" y="-2125526"/>
            <a:chExt cx="4228519" cy="5856011"/>
          </a:xfrm>
        </p:grpSpPr>
        <p:sp>
          <p:nvSpPr>
            <p:cNvPr id="2543" name="Freeform 2542">
              <a:extLst>
                <a:ext uri="{FF2B5EF4-FFF2-40B4-BE49-F238E27FC236}">
                  <a16:creationId xmlns:a16="http://schemas.microsoft.com/office/drawing/2014/main" id="{8F9D44E3-89EE-B7CA-4387-B132C2B8432C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4" name="Freeform 2543">
              <a:extLst>
                <a:ext uri="{FF2B5EF4-FFF2-40B4-BE49-F238E27FC236}">
                  <a16:creationId xmlns:a16="http://schemas.microsoft.com/office/drawing/2014/main" id="{152E52F4-2362-8412-2DC1-72B345D39095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5" name="Freeform 2544">
              <a:extLst>
                <a:ext uri="{FF2B5EF4-FFF2-40B4-BE49-F238E27FC236}">
                  <a16:creationId xmlns:a16="http://schemas.microsoft.com/office/drawing/2014/main" id="{506F1306-61DC-8F10-6182-171CB15BD849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6" name="Freeform 2545">
              <a:extLst>
                <a:ext uri="{FF2B5EF4-FFF2-40B4-BE49-F238E27FC236}">
                  <a16:creationId xmlns:a16="http://schemas.microsoft.com/office/drawing/2014/main" id="{2977E2CC-8D04-25E3-36EE-377FB7838D45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47" name="Straight Connector 2546">
              <a:extLst>
                <a:ext uri="{FF2B5EF4-FFF2-40B4-BE49-F238E27FC236}">
                  <a16:creationId xmlns:a16="http://schemas.microsoft.com/office/drawing/2014/main" id="{BD9C7FA1-5A67-367F-3E1E-1D0ACCFAF2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0041" y="1693079"/>
              <a:ext cx="4049842" cy="2497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8" name="Straight Connector 2547">
              <a:extLst>
                <a:ext uri="{FF2B5EF4-FFF2-40B4-BE49-F238E27FC236}">
                  <a16:creationId xmlns:a16="http://schemas.microsoft.com/office/drawing/2014/main" id="{A91F9597-8BD9-90AB-0550-4D0A654ECE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7447" y="-2125526"/>
              <a:ext cx="34638" cy="585601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9" name="Straight Connector 2548">
              <a:extLst>
                <a:ext uri="{FF2B5EF4-FFF2-40B4-BE49-F238E27FC236}">
                  <a16:creationId xmlns:a16="http://schemas.microsoft.com/office/drawing/2014/main" id="{E39B7EDE-DA1F-A241-4BCA-994C5B4EC1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4831" y="583107"/>
              <a:ext cx="3617550" cy="29609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0" name="Straight Connector 2549">
              <a:extLst>
                <a:ext uri="{FF2B5EF4-FFF2-40B4-BE49-F238E27FC236}">
                  <a16:creationId xmlns:a16="http://schemas.microsoft.com/office/drawing/2014/main" id="{1AAEEE2A-A5CE-92F4-88AD-0E13C9152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7881" y="-506807"/>
              <a:ext cx="3062749" cy="7733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1" name="Straight Connector 2550">
              <a:extLst>
                <a:ext uri="{FF2B5EF4-FFF2-40B4-BE49-F238E27FC236}">
                  <a16:creationId xmlns:a16="http://schemas.microsoft.com/office/drawing/2014/main" id="{6859E458-B34F-1879-3D6B-527D13C1E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440" y="-1632923"/>
              <a:ext cx="2301035" cy="158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52" name="Group 2551">
            <a:extLst>
              <a:ext uri="{FF2B5EF4-FFF2-40B4-BE49-F238E27FC236}">
                <a16:creationId xmlns:a16="http://schemas.microsoft.com/office/drawing/2014/main" id="{4977D886-C6CC-5AEF-AEA0-D7606CF05C6A}"/>
              </a:ext>
            </a:extLst>
          </p:cNvPr>
          <p:cNvGrpSpPr>
            <a:grpSpLocks noChangeAspect="1"/>
          </p:cNvGrpSpPr>
          <p:nvPr/>
        </p:nvGrpSpPr>
        <p:grpSpPr>
          <a:xfrm rot="15278189">
            <a:off x="4646600" y="4294149"/>
            <a:ext cx="1112309" cy="1570004"/>
            <a:chOff x="4541364" y="-2125526"/>
            <a:chExt cx="4228519" cy="5856011"/>
          </a:xfrm>
        </p:grpSpPr>
        <p:sp>
          <p:nvSpPr>
            <p:cNvPr id="2553" name="Freeform 2552">
              <a:extLst>
                <a:ext uri="{FF2B5EF4-FFF2-40B4-BE49-F238E27FC236}">
                  <a16:creationId xmlns:a16="http://schemas.microsoft.com/office/drawing/2014/main" id="{4369E15B-4B6F-0D5F-F60E-AB8546938222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4" name="Freeform 2553">
              <a:extLst>
                <a:ext uri="{FF2B5EF4-FFF2-40B4-BE49-F238E27FC236}">
                  <a16:creationId xmlns:a16="http://schemas.microsoft.com/office/drawing/2014/main" id="{19ACB80A-59F7-48E2-9C04-BE564D7DA159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5" name="Freeform 2554">
              <a:extLst>
                <a:ext uri="{FF2B5EF4-FFF2-40B4-BE49-F238E27FC236}">
                  <a16:creationId xmlns:a16="http://schemas.microsoft.com/office/drawing/2014/main" id="{FD92336A-51BA-B0D2-DB4E-8A3C0EA03B63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6" name="Freeform 2555">
              <a:extLst>
                <a:ext uri="{FF2B5EF4-FFF2-40B4-BE49-F238E27FC236}">
                  <a16:creationId xmlns:a16="http://schemas.microsoft.com/office/drawing/2014/main" id="{CABF5AC8-3F91-B1FD-7391-D46C34066E03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57" name="Straight Connector 2556">
              <a:extLst>
                <a:ext uri="{FF2B5EF4-FFF2-40B4-BE49-F238E27FC236}">
                  <a16:creationId xmlns:a16="http://schemas.microsoft.com/office/drawing/2014/main" id="{01B8AECB-5935-2134-5151-83415B2A38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0041" y="1693079"/>
              <a:ext cx="4049842" cy="2497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8" name="Straight Connector 2557">
              <a:extLst>
                <a:ext uri="{FF2B5EF4-FFF2-40B4-BE49-F238E27FC236}">
                  <a16:creationId xmlns:a16="http://schemas.microsoft.com/office/drawing/2014/main" id="{8E11DA13-29AF-B29C-F029-45C1D244DE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7447" y="-2125526"/>
              <a:ext cx="34638" cy="585601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9" name="Straight Connector 2558">
              <a:extLst>
                <a:ext uri="{FF2B5EF4-FFF2-40B4-BE49-F238E27FC236}">
                  <a16:creationId xmlns:a16="http://schemas.microsoft.com/office/drawing/2014/main" id="{4666379D-6324-CAFD-1AC2-95DFC6C614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4831" y="583107"/>
              <a:ext cx="3617550" cy="29609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0" name="Straight Connector 2559">
              <a:extLst>
                <a:ext uri="{FF2B5EF4-FFF2-40B4-BE49-F238E27FC236}">
                  <a16:creationId xmlns:a16="http://schemas.microsoft.com/office/drawing/2014/main" id="{8391DD7E-C7E1-06B8-CB34-C18F62D76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7881" y="-506807"/>
              <a:ext cx="3062749" cy="7733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1" name="Straight Connector 2560">
              <a:extLst>
                <a:ext uri="{FF2B5EF4-FFF2-40B4-BE49-F238E27FC236}">
                  <a16:creationId xmlns:a16="http://schemas.microsoft.com/office/drawing/2014/main" id="{DA0C788B-7A4F-7A4F-C8DB-1F4D43C4A7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440" y="-1632923"/>
              <a:ext cx="2301035" cy="158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62" name="Group 2561">
            <a:extLst>
              <a:ext uri="{FF2B5EF4-FFF2-40B4-BE49-F238E27FC236}">
                <a16:creationId xmlns:a16="http://schemas.microsoft.com/office/drawing/2014/main" id="{100DA5B4-573C-6DF3-D2B7-56FD76C8850E}"/>
              </a:ext>
            </a:extLst>
          </p:cNvPr>
          <p:cNvGrpSpPr>
            <a:grpSpLocks noChangeAspect="1"/>
          </p:cNvGrpSpPr>
          <p:nvPr/>
        </p:nvGrpSpPr>
        <p:grpSpPr>
          <a:xfrm rot="11305324">
            <a:off x="5760346" y="5285431"/>
            <a:ext cx="877154" cy="1294489"/>
            <a:chOff x="4541364" y="-2125526"/>
            <a:chExt cx="4228519" cy="5856011"/>
          </a:xfrm>
        </p:grpSpPr>
        <p:sp>
          <p:nvSpPr>
            <p:cNvPr id="2563" name="Freeform 2562">
              <a:extLst>
                <a:ext uri="{FF2B5EF4-FFF2-40B4-BE49-F238E27FC236}">
                  <a16:creationId xmlns:a16="http://schemas.microsoft.com/office/drawing/2014/main" id="{39A4E0A7-4659-955C-6F4F-E4AE04B2BFF8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4" name="Freeform 2563">
              <a:extLst>
                <a:ext uri="{FF2B5EF4-FFF2-40B4-BE49-F238E27FC236}">
                  <a16:creationId xmlns:a16="http://schemas.microsoft.com/office/drawing/2014/main" id="{5A35978A-1C57-39F0-F40F-F8A173039112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5" name="Freeform 2564">
              <a:extLst>
                <a:ext uri="{FF2B5EF4-FFF2-40B4-BE49-F238E27FC236}">
                  <a16:creationId xmlns:a16="http://schemas.microsoft.com/office/drawing/2014/main" id="{29F5C411-808C-4E0A-08D7-BD4BBA1B6AFD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6" name="Freeform 2565">
              <a:extLst>
                <a:ext uri="{FF2B5EF4-FFF2-40B4-BE49-F238E27FC236}">
                  <a16:creationId xmlns:a16="http://schemas.microsoft.com/office/drawing/2014/main" id="{F012EA62-8127-2657-1A31-5A8631B2DD27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67" name="Straight Connector 2566">
              <a:extLst>
                <a:ext uri="{FF2B5EF4-FFF2-40B4-BE49-F238E27FC236}">
                  <a16:creationId xmlns:a16="http://schemas.microsoft.com/office/drawing/2014/main" id="{12A0B3C1-DF5E-26B3-96B9-6D29DBF107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0041" y="1693079"/>
              <a:ext cx="4049842" cy="2497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8" name="Straight Connector 2567">
              <a:extLst>
                <a:ext uri="{FF2B5EF4-FFF2-40B4-BE49-F238E27FC236}">
                  <a16:creationId xmlns:a16="http://schemas.microsoft.com/office/drawing/2014/main" id="{B47BC95B-3EAC-B0E4-EB8C-6D437BC46B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7447" y="-2125526"/>
              <a:ext cx="34638" cy="585601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9" name="Straight Connector 2568">
              <a:extLst>
                <a:ext uri="{FF2B5EF4-FFF2-40B4-BE49-F238E27FC236}">
                  <a16:creationId xmlns:a16="http://schemas.microsoft.com/office/drawing/2014/main" id="{1D0B1585-D96A-BF20-874B-44B4C13B3D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4831" y="583107"/>
              <a:ext cx="3617550" cy="29609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0" name="Straight Connector 2569">
              <a:extLst>
                <a:ext uri="{FF2B5EF4-FFF2-40B4-BE49-F238E27FC236}">
                  <a16:creationId xmlns:a16="http://schemas.microsoft.com/office/drawing/2014/main" id="{6BEE6DE8-3B7C-E772-16E5-F206D453CF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7881" y="-506807"/>
              <a:ext cx="3062749" cy="7733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1" name="Straight Connector 2570">
              <a:extLst>
                <a:ext uri="{FF2B5EF4-FFF2-40B4-BE49-F238E27FC236}">
                  <a16:creationId xmlns:a16="http://schemas.microsoft.com/office/drawing/2014/main" id="{A72D1F99-37A7-D67C-5CA5-BFA1CAE537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440" y="-1632923"/>
              <a:ext cx="2301035" cy="158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72" name="Group 2571">
            <a:extLst>
              <a:ext uri="{FF2B5EF4-FFF2-40B4-BE49-F238E27FC236}">
                <a16:creationId xmlns:a16="http://schemas.microsoft.com/office/drawing/2014/main" id="{0AAC645C-B2ED-E567-512D-598A5E66651A}"/>
              </a:ext>
            </a:extLst>
          </p:cNvPr>
          <p:cNvGrpSpPr>
            <a:grpSpLocks noChangeAspect="1"/>
          </p:cNvGrpSpPr>
          <p:nvPr/>
        </p:nvGrpSpPr>
        <p:grpSpPr>
          <a:xfrm rot="16659934">
            <a:off x="1195701" y="1814161"/>
            <a:ext cx="3377731" cy="4677768"/>
            <a:chOff x="4541364" y="-2125526"/>
            <a:chExt cx="4228519" cy="5856011"/>
          </a:xfrm>
        </p:grpSpPr>
        <p:sp>
          <p:nvSpPr>
            <p:cNvPr id="2573" name="Freeform 2572">
              <a:extLst>
                <a:ext uri="{FF2B5EF4-FFF2-40B4-BE49-F238E27FC236}">
                  <a16:creationId xmlns:a16="http://schemas.microsoft.com/office/drawing/2014/main" id="{3BD78CFB-BBC6-B0CF-C067-896B7AFFA85E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4" name="Freeform 2573">
              <a:extLst>
                <a:ext uri="{FF2B5EF4-FFF2-40B4-BE49-F238E27FC236}">
                  <a16:creationId xmlns:a16="http://schemas.microsoft.com/office/drawing/2014/main" id="{2C90B5DE-9ABA-0482-FFD4-446DC393E164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5" name="Freeform 2574">
              <a:extLst>
                <a:ext uri="{FF2B5EF4-FFF2-40B4-BE49-F238E27FC236}">
                  <a16:creationId xmlns:a16="http://schemas.microsoft.com/office/drawing/2014/main" id="{0638F479-DF99-C25B-FE72-17065F89A8EE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6" name="Freeform 2575">
              <a:extLst>
                <a:ext uri="{FF2B5EF4-FFF2-40B4-BE49-F238E27FC236}">
                  <a16:creationId xmlns:a16="http://schemas.microsoft.com/office/drawing/2014/main" id="{E64B872B-2807-1D04-4827-5C8FB844BAEA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77" name="Straight Connector 2576">
              <a:extLst>
                <a:ext uri="{FF2B5EF4-FFF2-40B4-BE49-F238E27FC236}">
                  <a16:creationId xmlns:a16="http://schemas.microsoft.com/office/drawing/2014/main" id="{7D7B63FD-104C-D2D1-2AEA-646619B8DC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0041" y="1693079"/>
              <a:ext cx="4049842" cy="2497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8" name="Straight Connector 2577">
              <a:extLst>
                <a:ext uri="{FF2B5EF4-FFF2-40B4-BE49-F238E27FC236}">
                  <a16:creationId xmlns:a16="http://schemas.microsoft.com/office/drawing/2014/main" id="{4CEE9705-1FAD-7977-3B8B-2A2DE6D845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57447" y="-2125526"/>
              <a:ext cx="34638" cy="5856011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9" name="Straight Connector 2578">
              <a:extLst>
                <a:ext uri="{FF2B5EF4-FFF2-40B4-BE49-F238E27FC236}">
                  <a16:creationId xmlns:a16="http://schemas.microsoft.com/office/drawing/2014/main" id="{80408309-876D-0568-4BFA-2B0553CE7B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14831" y="583107"/>
              <a:ext cx="3617550" cy="29609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0" name="Straight Connector 2579">
              <a:extLst>
                <a:ext uri="{FF2B5EF4-FFF2-40B4-BE49-F238E27FC236}">
                  <a16:creationId xmlns:a16="http://schemas.microsoft.com/office/drawing/2014/main" id="{8FA96FE5-20CE-32C5-384C-0FA25BE7BA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7881" y="-506807"/>
              <a:ext cx="3062749" cy="7733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1" name="Straight Connector 2580">
              <a:extLst>
                <a:ext uri="{FF2B5EF4-FFF2-40B4-BE49-F238E27FC236}">
                  <a16:creationId xmlns:a16="http://schemas.microsoft.com/office/drawing/2014/main" id="{F8EC484E-C1B3-A0C4-B619-9D4A44DC24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63440" y="-1632923"/>
              <a:ext cx="2301035" cy="15846"/>
            </a:xfrm>
            <a:prstGeom prst="line">
              <a:avLst/>
            </a:prstGeom>
            <a:ln>
              <a:solidFill>
                <a:srgbClr val="92D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3979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1EFA-7FB1-90B6-3FEA-0ABCDD3A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D2D51B9-F99C-B95C-E1A6-7C3B6A1FDB06}"/>
              </a:ext>
            </a:extLst>
          </p:cNvPr>
          <p:cNvGrpSpPr>
            <a:grpSpLocks noChangeAspect="1"/>
          </p:cNvGrpSpPr>
          <p:nvPr/>
        </p:nvGrpSpPr>
        <p:grpSpPr>
          <a:xfrm rot="1588965">
            <a:off x="728569" y="-2157897"/>
            <a:ext cx="8510483" cy="11173794"/>
            <a:chOff x="828952" y="-1788807"/>
            <a:chExt cx="8321359" cy="10925485"/>
          </a:xfrm>
        </p:grpSpPr>
        <p:sp>
          <p:nvSpPr>
            <p:cNvPr id="2478" name="Freeform 2477">
              <a:extLst>
                <a:ext uri="{FF2B5EF4-FFF2-40B4-BE49-F238E27FC236}">
                  <a16:creationId xmlns:a16="http://schemas.microsoft.com/office/drawing/2014/main" id="{92439FAF-734A-CF89-E7F8-32375D795DB8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9" name="Freeform 2478">
              <a:extLst>
                <a:ext uri="{FF2B5EF4-FFF2-40B4-BE49-F238E27FC236}">
                  <a16:creationId xmlns:a16="http://schemas.microsoft.com/office/drawing/2014/main" id="{189DB234-C764-950D-E591-32F602B28D4A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0" name="Freeform 2479">
              <a:extLst>
                <a:ext uri="{FF2B5EF4-FFF2-40B4-BE49-F238E27FC236}">
                  <a16:creationId xmlns:a16="http://schemas.microsoft.com/office/drawing/2014/main" id="{346DBE69-FBEA-5440-D316-2BEA75D0A724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1" name="Freeform 2480">
              <a:extLst>
                <a:ext uri="{FF2B5EF4-FFF2-40B4-BE49-F238E27FC236}">
                  <a16:creationId xmlns:a16="http://schemas.microsoft.com/office/drawing/2014/main" id="{3589960C-5009-1C17-A8D2-6C708934A75E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3" name="Freeform 2512">
              <a:extLst>
                <a:ext uri="{FF2B5EF4-FFF2-40B4-BE49-F238E27FC236}">
                  <a16:creationId xmlns:a16="http://schemas.microsoft.com/office/drawing/2014/main" id="{DC41C494-3236-2E22-75BB-CE5040298ADB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876555" y="6469437"/>
              <a:ext cx="2691325" cy="88941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4" name="Freeform 2513">
              <a:extLst>
                <a:ext uri="{FF2B5EF4-FFF2-40B4-BE49-F238E27FC236}">
                  <a16:creationId xmlns:a16="http://schemas.microsoft.com/office/drawing/2014/main" id="{9BF967EA-69DA-96D0-A6E4-6B834E78760A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726044" y="7127949"/>
              <a:ext cx="2478192" cy="825788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5" name="Freeform 2514">
              <a:extLst>
                <a:ext uri="{FF2B5EF4-FFF2-40B4-BE49-F238E27FC236}">
                  <a16:creationId xmlns:a16="http://schemas.microsoft.com/office/drawing/2014/main" id="{CC06536C-6757-D30A-B42E-B6A6B4D22AE9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615444" y="7806409"/>
              <a:ext cx="2180953" cy="739991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6" name="Freeform 2515">
              <a:extLst>
                <a:ext uri="{FF2B5EF4-FFF2-40B4-BE49-F238E27FC236}">
                  <a16:creationId xmlns:a16="http://schemas.microsoft.com/office/drawing/2014/main" id="{E55D0A6C-434F-4EB9-2A39-C235EB4F57B7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547453" y="8494311"/>
              <a:ext cx="1786885" cy="642367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3" name="Freeform 2522">
              <a:extLst>
                <a:ext uri="{FF2B5EF4-FFF2-40B4-BE49-F238E27FC236}">
                  <a16:creationId xmlns:a16="http://schemas.microsoft.com/office/drawing/2014/main" id="{3C5D5A0E-87B2-6481-DCDD-27172FA6F4A0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6480871" y="5979859"/>
              <a:ext cx="2177464" cy="719597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4" name="Freeform 2523">
              <a:extLst>
                <a:ext uri="{FF2B5EF4-FFF2-40B4-BE49-F238E27FC236}">
                  <a16:creationId xmlns:a16="http://schemas.microsoft.com/office/drawing/2014/main" id="{2F481F55-1F07-B8D3-0FB4-490C9E0E85C5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7002547" y="6338359"/>
              <a:ext cx="2005025" cy="66811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5" name="Freeform 2524">
              <a:extLst>
                <a:ext uri="{FF2B5EF4-FFF2-40B4-BE49-F238E27FC236}">
                  <a16:creationId xmlns:a16="http://schemas.microsoft.com/office/drawing/2014/main" id="{4F4FE66D-E4E6-887C-53F1-BC038C74316C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7564719" y="6709368"/>
              <a:ext cx="1764538" cy="59870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6" name="Freeform 2525">
              <a:extLst>
                <a:ext uri="{FF2B5EF4-FFF2-40B4-BE49-F238E27FC236}">
                  <a16:creationId xmlns:a16="http://schemas.microsoft.com/office/drawing/2014/main" id="{8DB13507-EA6D-2A04-56CC-EE625EDF10AC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8167596" y="7090439"/>
              <a:ext cx="1445711" cy="51971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3" name="Freeform 2532">
              <a:extLst>
                <a:ext uri="{FF2B5EF4-FFF2-40B4-BE49-F238E27FC236}">
                  <a16:creationId xmlns:a16="http://schemas.microsoft.com/office/drawing/2014/main" id="{A537795C-C612-2814-8185-629D42DE77FB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6740442" y="4061474"/>
              <a:ext cx="1725535" cy="57024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4" name="Freeform 2533">
              <a:extLst>
                <a:ext uri="{FF2B5EF4-FFF2-40B4-BE49-F238E27FC236}">
                  <a16:creationId xmlns:a16="http://schemas.microsoft.com/office/drawing/2014/main" id="{37435FA9-1224-B063-7538-00F9A58910E6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7149714" y="3812854"/>
              <a:ext cx="1588886" cy="52945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5" name="Freeform 2534">
              <a:extLst>
                <a:ext uri="{FF2B5EF4-FFF2-40B4-BE49-F238E27FC236}">
                  <a16:creationId xmlns:a16="http://schemas.microsoft.com/office/drawing/2014/main" id="{D15A3778-67F2-E2E4-256C-A87A6BAA7180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7589936" y="3567067"/>
              <a:ext cx="1398312" cy="47444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6" name="Freeform 2535">
              <a:extLst>
                <a:ext uri="{FF2B5EF4-FFF2-40B4-BE49-F238E27FC236}">
                  <a16:creationId xmlns:a16="http://schemas.microsoft.com/office/drawing/2014/main" id="{376BEC17-157E-0536-0DCF-A385EF0C78F2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8065552" y="3324928"/>
              <a:ext cx="1145656" cy="41185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3" name="Freeform 2542">
              <a:extLst>
                <a:ext uri="{FF2B5EF4-FFF2-40B4-BE49-F238E27FC236}">
                  <a16:creationId xmlns:a16="http://schemas.microsoft.com/office/drawing/2014/main" id="{EE21E3CE-3655-F1ED-E3EE-1E5E585D961F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373193" y="3682382"/>
              <a:ext cx="1378925" cy="4557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4" name="Freeform 2543">
              <a:extLst>
                <a:ext uri="{FF2B5EF4-FFF2-40B4-BE49-F238E27FC236}">
                  <a16:creationId xmlns:a16="http://schemas.microsoft.com/office/drawing/2014/main" id="{5CE62D98-DC7A-FCBA-4B49-970D73E860B2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294615" y="3378191"/>
              <a:ext cx="1269725" cy="4231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5" name="Freeform 2544">
              <a:extLst>
                <a:ext uri="{FF2B5EF4-FFF2-40B4-BE49-F238E27FC236}">
                  <a16:creationId xmlns:a16="http://schemas.microsoft.com/office/drawing/2014/main" id="{51077059-CE68-922F-5AE3-5EA80599B71B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235159" y="3075687"/>
              <a:ext cx="1117431" cy="379141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6" name="Freeform 2545">
              <a:extLst>
                <a:ext uri="{FF2B5EF4-FFF2-40B4-BE49-F238E27FC236}">
                  <a16:creationId xmlns:a16="http://schemas.microsoft.com/office/drawing/2014/main" id="{0F904CFF-7CDF-85FA-A75A-A1F84BB17D6E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201340" y="2772833"/>
              <a:ext cx="915527" cy="32912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3" name="Freeform 2552">
              <a:extLst>
                <a:ext uri="{FF2B5EF4-FFF2-40B4-BE49-F238E27FC236}">
                  <a16:creationId xmlns:a16="http://schemas.microsoft.com/office/drawing/2014/main" id="{5914BEC0-F642-6DC7-A4D2-225D9E0A7704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941735" y="4812043"/>
              <a:ext cx="1110723" cy="37411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4" name="Freeform 2553">
              <a:extLst>
                <a:ext uri="{FF2B5EF4-FFF2-40B4-BE49-F238E27FC236}">
                  <a16:creationId xmlns:a16="http://schemas.microsoft.com/office/drawing/2014/main" id="{7C5D2547-BECA-9CEB-1559-50FD18EB64C9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711077" y="4901298"/>
              <a:ext cx="1022762" cy="34735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5" name="Freeform 2554">
              <a:extLst>
                <a:ext uri="{FF2B5EF4-FFF2-40B4-BE49-F238E27FC236}">
                  <a16:creationId xmlns:a16="http://schemas.microsoft.com/office/drawing/2014/main" id="{4D4E89F9-808F-35BF-1619-7E45C509453B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494274" y="4996776"/>
              <a:ext cx="900089" cy="31126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6" name="Freeform 2555">
              <a:extLst>
                <a:ext uri="{FF2B5EF4-FFF2-40B4-BE49-F238E27FC236}">
                  <a16:creationId xmlns:a16="http://schemas.microsoft.com/office/drawing/2014/main" id="{49A313C2-8F36-4FE2-9838-F5808241CF85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294790" y="5093750"/>
              <a:ext cx="737456" cy="27019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3" name="Freeform 2562">
              <a:extLst>
                <a:ext uri="{FF2B5EF4-FFF2-40B4-BE49-F238E27FC236}">
                  <a16:creationId xmlns:a16="http://schemas.microsoft.com/office/drawing/2014/main" id="{F99575C7-9726-6211-A04F-9885F1340D57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798426" y="5529745"/>
              <a:ext cx="875903" cy="30846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4" name="Freeform 2563">
              <a:extLst>
                <a:ext uri="{FF2B5EF4-FFF2-40B4-BE49-F238E27FC236}">
                  <a16:creationId xmlns:a16="http://schemas.microsoft.com/office/drawing/2014/main" id="{B52377BB-498C-B47B-6443-521CD057F7D4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799012" y="5773216"/>
              <a:ext cx="806538" cy="28639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5" name="Freeform 2564">
              <a:extLst>
                <a:ext uri="{FF2B5EF4-FFF2-40B4-BE49-F238E27FC236}">
                  <a16:creationId xmlns:a16="http://schemas.microsoft.com/office/drawing/2014/main" id="{1D1EB40F-A3D6-9843-105C-F8124D071987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813276" y="6023689"/>
              <a:ext cx="709800" cy="25664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6" name="Freeform 2565">
              <a:extLst>
                <a:ext uri="{FF2B5EF4-FFF2-40B4-BE49-F238E27FC236}">
                  <a16:creationId xmlns:a16="http://schemas.microsoft.com/office/drawing/2014/main" id="{AC28249D-D82F-1F25-3014-BC6D4EC99E58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841723" y="6277899"/>
              <a:ext cx="581549" cy="22278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3" name="Freeform 2572">
              <a:extLst>
                <a:ext uri="{FF2B5EF4-FFF2-40B4-BE49-F238E27FC236}">
                  <a16:creationId xmlns:a16="http://schemas.microsoft.com/office/drawing/2014/main" id="{86297001-7A44-CB07-402E-C349BF640C0F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2098497" y="3719331"/>
              <a:ext cx="3372913" cy="111466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4" name="Freeform 2573">
              <a:extLst>
                <a:ext uri="{FF2B5EF4-FFF2-40B4-BE49-F238E27FC236}">
                  <a16:creationId xmlns:a16="http://schemas.microsoft.com/office/drawing/2014/main" id="{B6AD162F-85D4-19E2-686C-51D0D96A2FFB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1390551" y="3647164"/>
              <a:ext cx="3105804" cy="103492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5" name="Freeform 2574">
              <a:extLst>
                <a:ext uri="{FF2B5EF4-FFF2-40B4-BE49-F238E27FC236}">
                  <a16:creationId xmlns:a16="http://schemas.microsoft.com/office/drawing/2014/main" id="{FA7A5E6F-88FF-461D-B03C-F1ECEC7B43F2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723885" y="3589117"/>
              <a:ext cx="2733287" cy="92739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6" name="Freeform 2575">
              <a:extLst>
                <a:ext uri="{FF2B5EF4-FFF2-40B4-BE49-F238E27FC236}">
                  <a16:creationId xmlns:a16="http://schemas.microsoft.com/office/drawing/2014/main" id="{3D1F6802-B905-B67A-7F8F-51B00F909840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111767" y="3532567"/>
              <a:ext cx="2239420" cy="80504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4978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FB31-6813-3E3C-E3A9-BCB043C7F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DFBA58-C493-B14E-C5DF-2EC1EF9B2385}"/>
              </a:ext>
            </a:extLst>
          </p:cNvPr>
          <p:cNvSpPr/>
          <p:nvPr/>
        </p:nvSpPr>
        <p:spPr>
          <a:xfrm>
            <a:off x="378823" y="0"/>
            <a:ext cx="9431383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4D9B59E-F555-E56A-7FD7-DD81928F0FC6}"/>
              </a:ext>
            </a:extLst>
          </p:cNvPr>
          <p:cNvGrpSpPr>
            <a:grpSpLocks noChangeAspect="1"/>
          </p:cNvGrpSpPr>
          <p:nvPr/>
        </p:nvGrpSpPr>
        <p:grpSpPr>
          <a:xfrm rot="1588965">
            <a:off x="2709291" y="425921"/>
            <a:ext cx="4086686" cy="5365593"/>
            <a:chOff x="828952" y="-1788807"/>
            <a:chExt cx="8321359" cy="10925485"/>
          </a:xfrm>
          <a:solidFill>
            <a:schemeClr val="bg1"/>
          </a:solidFill>
        </p:grpSpPr>
        <p:sp>
          <p:nvSpPr>
            <p:cNvPr id="2478" name="Freeform 2477">
              <a:extLst>
                <a:ext uri="{FF2B5EF4-FFF2-40B4-BE49-F238E27FC236}">
                  <a16:creationId xmlns:a16="http://schemas.microsoft.com/office/drawing/2014/main" id="{72D41A8A-B9BE-D707-29FB-C7AB81466AE5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79" name="Freeform 2478">
              <a:extLst>
                <a:ext uri="{FF2B5EF4-FFF2-40B4-BE49-F238E27FC236}">
                  <a16:creationId xmlns:a16="http://schemas.microsoft.com/office/drawing/2014/main" id="{CE0E3194-A69B-1400-C130-620730341D73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0" name="Freeform 2479">
              <a:extLst>
                <a:ext uri="{FF2B5EF4-FFF2-40B4-BE49-F238E27FC236}">
                  <a16:creationId xmlns:a16="http://schemas.microsoft.com/office/drawing/2014/main" id="{8608BD2D-29C7-CECB-3DF1-AD2B30B5A81E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81" name="Freeform 2480">
              <a:extLst>
                <a:ext uri="{FF2B5EF4-FFF2-40B4-BE49-F238E27FC236}">
                  <a16:creationId xmlns:a16="http://schemas.microsoft.com/office/drawing/2014/main" id="{94E0574D-3318-BC15-50C9-F877A6525291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3" name="Freeform 2512">
              <a:extLst>
                <a:ext uri="{FF2B5EF4-FFF2-40B4-BE49-F238E27FC236}">
                  <a16:creationId xmlns:a16="http://schemas.microsoft.com/office/drawing/2014/main" id="{D83BC883-80E8-6BD4-83A6-7D306EEF2CC5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876555" y="6469437"/>
              <a:ext cx="2691325" cy="88941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4" name="Freeform 2513">
              <a:extLst>
                <a:ext uri="{FF2B5EF4-FFF2-40B4-BE49-F238E27FC236}">
                  <a16:creationId xmlns:a16="http://schemas.microsoft.com/office/drawing/2014/main" id="{4CF2304A-6FF5-E8B0-2353-9394DB020313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726044" y="7127949"/>
              <a:ext cx="2478192" cy="825788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5" name="Freeform 2514">
              <a:extLst>
                <a:ext uri="{FF2B5EF4-FFF2-40B4-BE49-F238E27FC236}">
                  <a16:creationId xmlns:a16="http://schemas.microsoft.com/office/drawing/2014/main" id="{954950D4-F78D-54E2-C23B-788BA2E652F7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615444" y="7806409"/>
              <a:ext cx="2180953" cy="739991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16" name="Freeform 2515">
              <a:extLst>
                <a:ext uri="{FF2B5EF4-FFF2-40B4-BE49-F238E27FC236}">
                  <a16:creationId xmlns:a16="http://schemas.microsoft.com/office/drawing/2014/main" id="{96E2E722-2DE5-7504-CBA2-8EB5CB2BD04E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547453" y="8494311"/>
              <a:ext cx="1786885" cy="642367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3" name="Freeform 2522">
              <a:extLst>
                <a:ext uri="{FF2B5EF4-FFF2-40B4-BE49-F238E27FC236}">
                  <a16:creationId xmlns:a16="http://schemas.microsoft.com/office/drawing/2014/main" id="{DE85E4AA-F6D0-B053-E894-6687D789E272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6480871" y="5979859"/>
              <a:ext cx="2177464" cy="719597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4" name="Freeform 2523">
              <a:extLst>
                <a:ext uri="{FF2B5EF4-FFF2-40B4-BE49-F238E27FC236}">
                  <a16:creationId xmlns:a16="http://schemas.microsoft.com/office/drawing/2014/main" id="{EC53D856-3CC0-EF2A-33C5-2B27F40F1995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7002547" y="6338359"/>
              <a:ext cx="2005025" cy="66811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5" name="Freeform 2524">
              <a:extLst>
                <a:ext uri="{FF2B5EF4-FFF2-40B4-BE49-F238E27FC236}">
                  <a16:creationId xmlns:a16="http://schemas.microsoft.com/office/drawing/2014/main" id="{2136507F-15DB-673A-1BD8-487966100D41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7564719" y="6709368"/>
              <a:ext cx="1764538" cy="59870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6" name="Freeform 2525">
              <a:extLst>
                <a:ext uri="{FF2B5EF4-FFF2-40B4-BE49-F238E27FC236}">
                  <a16:creationId xmlns:a16="http://schemas.microsoft.com/office/drawing/2014/main" id="{909CAB30-2C2D-E8DC-93D3-332897E745E2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8167596" y="7090439"/>
              <a:ext cx="1445711" cy="51971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3" name="Freeform 2532">
              <a:extLst>
                <a:ext uri="{FF2B5EF4-FFF2-40B4-BE49-F238E27FC236}">
                  <a16:creationId xmlns:a16="http://schemas.microsoft.com/office/drawing/2014/main" id="{69FFB885-53A9-69A9-5D42-C8B5CE74672D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6740442" y="4061474"/>
              <a:ext cx="1725535" cy="57024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4" name="Freeform 2533">
              <a:extLst>
                <a:ext uri="{FF2B5EF4-FFF2-40B4-BE49-F238E27FC236}">
                  <a16:creationId xmlns:a16="http://schemas.microsoft.com/office/drawing/2014/main" id="{E244FB4D-FBA9-A48A-53A7-819BEC8C45F8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7149714" y="3812854"/>
              <a:ext cx="1588886" cy="52945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5" name="Freeform 2534">
              <a:extLst>
                <a:ext uri="{FF2B5EF4-FFF2-40B4-BE49-F238E27FC236}">
                  <a16:creationId xmlns:a16="http://schemas.microsoft.com/office/drawing/2014/main" id="{17889872-8E5C-31F2-A3B9-B908ECC0A698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7589936" y="3567067"/>
              <a:ext cx="1398312" cy="47444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36" name="Freeform 2535">
              <a:extLst>
                <a:ext uri="{FF2B5EF4-FFF2-40B4-BE49-F238E27FC236}">
                  <a16:creationId xmlns:a16="http://schemas.microsoft.com/office/drawing/2014/main" id="{49213863-0C13-FA4E-A81B-31FE0A1E3C48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8065552" y="3324928"/>
              <a:ext cx="1145656" cy="41185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3" name="Freeform 2542">
              <a:extLst>
                <a:ext uri="{FF2B5EF4-FFF2-40B4-BE49-F238E27FC236}">
                  <a16:creationId xmlns:a16="http://schemas.microsoft.com/office/drawing/2014/main" id="{775F3A1B-37BC-D186-FB32-469244F7579B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373193" y="3682382"/>
              <a:ext cx="1378925" cy="4557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4" name="Freeform 2543">
              <a:extLst>
                <a:ext uri="{FF2B5EF4-FFF2-40B4-BE49-F238E27FC236}">
                  <a16:creationId xmlns:a16="http://schemas.microsoft.com/office/drawing/2014/main" id="{20A7346D-895C-2DEB-9B49-D8E1A2635030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294615" y="3378191"/>
              <a:ext cx="1269725" cy="4231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5" name="Freeform 2544">
              <a:extLst>
                <a:ext uri="{FF2B5EF4-FFF2-40B4-BE49-F238E27FC236}">
                  <a16:creationId xmlns:a16="http://schemas.microsoft.com/office/drawing/2014/main" id="{3C565BDE-6402-DB70-59BF-8CDABC9FCFEB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235159" y="3075687"/>
              <a:ext cx="1117431" cy="379141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46" name="Freeform 2545">
              <a:extLst>
                <a:ext uri="{FF2B5EF4-FFF2-40B4-BE49-F238E27FC236}">
                  <a16:creationId xmlns:a16="http://schemas.microsoft.com/office/drawing/2014/main" id="{1F0F9AD9-76D2-E133-60D8-686046FC3F5D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201340" y="2772833"/>
              <a:ext cx="915527" cy="32912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3" name="Freeform 2552">
              <a:extLst>
                <a:ext uri="{FF2B5EF4-FFF2-40B4-BE49-F238E27FC236}">
                  <a16:creationId xmlns:a16="http://schemas.microsoft.com/office/drawing/2014/main" id="{DB246858-7082-081E-F6BD-D83A4983D084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941735" y="4812043"/>
              <a:ext cx="1110723" cy="37411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4" name="Freeform 2553">
              <a:extLst>
                <a:ext uri="{FF2B5EF4-FFF2-40B4-BE49-F238E27FC236}">
                  <a16:creationId xmlns:a16="http://schemas.microsoft.com/office/drawing/2014/main" id="{5C13AD0B-BB86-0079-0FD4-14043E5BF5BF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711077" y="4901298"/>
              <a:ext cx="1022762" cy="34735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5" name="Freeform 2554">
              <a:extLst>
                <a:ext uri="{FF2B5EF4-FFF2-40B4-BE49-F238E27FC236}">
                  <a16:creationId xmlns:a16="http://schemas.microsoft.com/office/drawing/2014/main" id="{620369D5-1762-EC36-F6B5-3BB282C242EE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494274" y="4996776"/>
              <a:ext cx="900089" cy="31126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56" name="Freeform 2555">
              <a:extLst>
                <a:ext uri="{FF2B5EF4-FFF2-40B4-BE49-F238E27FC236}">
                  <a16:creationId xmlns:a16="http://schemas.microsoft.com/office/drawing/2014/main" id="{6F338767-ABB2-8B09-45C3-F3D661192D01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294790" y="5093750"/>
              <a:ext cx="737456" cy="27019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3" name="Freeform 2562">
              <a:extLst>
                <a:ext uri="{FF2B5EF4-FFF2-40B4-BE49-F238E27FC236}">
                  <a16:creationId xmlns:a16="http://schemas.microsoft.com/office/drawing/2014/main" id="{82DB68A5-80F9-F34D-545A-E0748759C776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798426" y="5529745"/>
              <a:ext cx="875903" cy="30846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4" name="Freeform 2563">
              <a:extLst>
                <a:ext uri="{FF2B5EF4-FFF2-40B4-BE49-F238E27FC236}">
                  <a16:creationId xmlns:a16="http://schemas.microsoft.com/office/drawing/2014/main" id="{8B90EED6-14A7-C5F8-93E0-1A705EAE1D39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799012" y="5773216"/>
              <a:ext cx="806538" cy="28639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5" name="Freeform 2564">
              <a:extLst>
                <a:ext uri="{FF2B5EF4-FFF2-40B4-BE49-F238E27FC236}">
                  <a16:creationId xmlns:a16="http://schemas.microsoft.com/office/drawing/2014/main" id="{A6FF1CFA-D3D0-B318-B14C-5365E693AE7C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813276" y="6023689"/>
              <a:ext cx="709800" cy="25664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66" name="Freeform 2565">
              <a:extLst>
                <a:ext uri="{FF2B5EF4-FFF2-40B4-BE49-F238E27FC236}">
                  <a16:creationId xmlns:a16="http://schemas.microsoft.com/office/drawing/2014/main" id="{3D087297-D256-DD40-2944-8477E0FDE1B2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841723" y="6277899"/>
              <a:ext cx="581549" cy="22278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3" name="Freeform 2572">
              <a:extLst>
                <a:ext uri="{FF2B5EF4-FFF2-40B4-BE49-F238E27FC236}">
                  <a16:creationId xmlns:a16="http://schemas.microsoft.com/office/drawing/2014/main" id="{A5CE415C-13BC-7BC0-F7B3-4657B32685D2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2098497" y="3719331"/>
              <a:ext cx="3372913" cy="111466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4" name="Freeform 2573">
              <a:extLst>
                <a:ext uri="{FF2B5EF4-FFF2-40B4-BE49-F238E27FC236}">
                  <a16:creationId xmlns:a16="http://schemas.microsoft.com/office/drawing/2014/main" id="{F0C6C12D-B211-275C-E613-9434B86648E1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1390551" y="3647164"/>
              <a:ext cx="3105804" cy="103492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5" name="Freeform 2574">
              <a:extLst>
                <a:ext uri="{FF2B5EF4-FFF2-40B4-BE49-F238E27FC236}">
                  <a16:creationId xmlns:a16="http://schemas.microsoft.com/office/drawing/2014/main" id="{D44B924C-CBE0-D0E7-F962-AFBE30957FAE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723885" y="3589117"/>
              <a:ext cx="2733287" cy="92739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6" name="Freeform 2575">
              <a:extLst>
                <a:ext uri="{FF2B5EF4-FFF2-40B4-BE49-F238E27FC236}">
                  <a16:creationId xmlns:a16="http://schemas.microsoft.com/office/drawing/2014/main" id="{F01E0F85-D90B-0D49-F3BB-66E69B67B902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111767" y="3532567"/>
              <a:ext cx="2239420" cy="80504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0040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68F48-574F-7432-B947-7F8C57A32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5F32B83-D480-7961-4FFF-B1463A41B226}"/>
              </a:ext>
            </a:extLst>
          </p:cNvPr>
          <p:cNvGrpSpPr>
            <a:grpSpLocks noChangeAspect="1"/>
          </p:cNvGrpSpPr>
          <p:nvPr/>
        </p:nvGrpSpPr>
        <p:grpSpPr>
          <a:xfrm rot="1588965">
            <a:off x="728569" y="-2157897"/>
            <a:ext cx="8510483" cy="11173794"/>
            <a:chOff x="828952" y="-1788807"/>
            <a:chExt cx="8321359" cy="10925485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BBA51B05-77E4-0656-C9B1-CBC4B2DD5BBB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541364" y="1242515"/>
              <a:ext cx="4222488" cy="139542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78900AF-7855-1ACF-C80B-18BEAF201297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707040" y="229674"/>
              <a:ext cx="3888099" cy="12956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BA4740C-3ED1-114A-8FD6-A5D47013B8EE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4936506" y="-779911"/>
              <a:ext cx="3421752" cy="116099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0F9BA25-B109-92D2-C7B8-8FA7C67CF791}"/>
                </a:ext>
              </a:extLst>
            </p:cNvPr>
            <p:cNvSpPr>
              <a:spLocks noChangeAspect="1"/>
            </p:cNvSpPr>
            <p:nvPr/>
          </p:nvSpPr>
          <p:spPr>
            <a:xfrm rot="21319727">
              <a:off x="5248244" y="-1788807"/>
              <a:ext cx="2803489" cy="100782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E624671-702C-A533-C57B-A6E50F7D08A0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876555" y="6469437"/>
              <a:ext cx="2691325" cy="88941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03BCC5B-E653-48F2-903E-3C0D0925C010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726044" y="7127949"/>
              <a:ext cx="2478192" cy="825788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BF9710B-9706-03CB-F935-D334F20C6D9B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615444" y="7806409"/>
              <a:ext cx="2180953" cy="739991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672026-94FA-C994-B549-83A9375E1F68}"/>
                </a:ext>
              </a:extLst>
            </p:cNvPr>
            <p:cNvSpPr>
              <a:spLocks noChangeAspect="1"/>
            </p:cNvSpPr>
            <p:nvPr/>
          </p:nvSpPr>
          <p:spPr>
            <a:xfrm rot="11862873">
              <a:off x="3547453" y="8494311"/>
              <a:ext cx="1786885" cy="642367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8471869-84C2-5968-BA53-FEC27C1A2B79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6480871" y="5979859"/>
              <a:ext cx="2177464" cy="719597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6A3B225D-56D0-E42C-6A7C-00E152E71DF3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7002547" y="6338359"/>
              <a:ext cx="2005025" cy="66811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8B3DE06-B43A-AED3-963B-FEFDD7A8A4E6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7564719" y="6709368"/>
              <a:ext cx="1764538" cy="59870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5540963-B6C7-5478-38E5-0D8A757D0301}"/>
                </a:ext>
              </a:extLst>
            </p:cNvPr>
            <p:cNvSpPr>
              <a:spLocks noChangeAspect="1"/>
            </p:cNvSpPr>
            <p:nvPr/>
          </p:nvSpPr>
          <p:spPr>
            <a:xfrm rot="7367794">
              <a:off x="8167596" y="7090439"/>
              <a:ext cx="1445711" cy="51971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0634A4-374E-E9A7-BD8B-918445CCE982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6740442" y="4061474"/>
              <a:ext cx="1725535" cy="57024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4035DF51-D9A8-C806-DC1E-5BB4876D74BA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7149714" y="3812854"/>
              <a:ext cx="1588886" cy="52945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639B277-5DE4-4333-8102-57574F137D86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7589936" y="3567067"/>
              <a:ext cx="1398312" cy="47444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C865DA47-81FF-49AC-805E-7039270EE822}"/>
                </a:ext>
              </a:extLst>
            </p:cNvPr>
            <p:cNvSpPr>
              <a:spLocks noChangeAspect="1"/>
            </p:cNvSpPr>
            <p:nvPr/>
          </p:nvSpPr>
          <p:spPr>
            <a:xfrm rot="2828175">
              <a:off x="8065552" y="3324928"/>
              <a:ext cx="1145656" cy="41185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7951ACF-5BA9-4EA3-AC3D-F428F27855C9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373193" y="3682382"/>
              <a:ext cx="1378925" cy="4557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EDB1E240-B689-4E46-8C85-FA371D43CBB0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294615" y="3378191"/>
              <a:ext cx="1269725" cy="42310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AFFFA222-2FEA-8FB8-3EF0-2E4EE8D99CA1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235159" y="3075687"/>
              <a:ext cx="1117431" cy="379141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72978BC-289E-93A3-16A5-9A4F70CBDCFA}"/>
                </a:ext>
              </a:extLst>
            </p:cNvPr>
            <p:cNvSpPr>
              <a:spLocks noChangeAspect="1"/>
            </p:cNvSpPr>
            <p:nvPr/>
          </p:nvSpPr>
          <p:spPr>
            <a:xfrm rot="19970742">
              <a:off x="5201340" y="2772833"/>
              <a:ext cx="915527" cy="32912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FCB2885-DA8B-0314-BFE2-7D9F4591DFB7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941735" y="4812043"/>
              <a:ext cx="1110723" cy="374115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0522881-2B99-664D-A3BE-5FC73CFDAEB4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711077" y="4901298"/>
              <a:ext cx="1022762" cy="34735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3273E672-2C0F-1AD4-8600-039AF51B2F72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494274" y="4996776"/>
              <a:ext cx="900089" cy="31126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81C6E24-74D9-A133-A20E-2322D4D3CB0C}"/>
                </a:ext>
              </a:extLst>
            </p:cNvPr>
            <p:cNvSpPr>
              <a:spLocks noChangeAspect="1"/>
            </p:cNvSpPr>
            <p:nvPr/>
          </p:nvSpPr>
          <p:spPr>
            <a:xfrm rot="14997916">
              <a:off x="4294790" y="5093750"/>
              <a:ext cx="737456" cy="27019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8345614C-8C58-3D52-75DD-1810C951FC9D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798426" y="5529745"/>
              <a:ext cx="875903" cy="30846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025BBB9-E2CB-F2EA-DCA9-0B991F01F3CD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799012" y="5773216"/>
              <a:ext cx="806538" cy="28639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53AA67E-5AC3-27E8-D1FB-470830B82727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813276" y="6023689"/>
              <a:ext cx="709800" cy="256640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53FF873-E232-1FC2-A1CF-26133BB7B301}"/>
                </a:ext>
              </a:extLst>
            </p:cNvPr>
            <p:cNvSpPr>
              <a:spLocks noChangeAspect="1"/>
            </p:cNvSpPr>
            <p:nvPr/>
          </p:nvSpPr>
          <p:spPr>
            <a:xfrm rot="11025051">
              <a:off x="5841723" y="6277899"/>
              <a:ext cx="581549" cy="222783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CD9D916-FF4C-0FA3-43AE-0BAD8550B59F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2098497" y="3719331"/>
              <a:ext cx="3372913" cy="111466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11839 h 459489"/>
                <a:gd name="connsiteX6" fmla="*/ 0 w 1397000"/>
                <a:gd name="connsiteY6" fmla="*/ 354714 h 459489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97000"/>
                <a:gd name="connsiteY0" fmla="*/ 355069 h 459844"/>
                <a:gd name="connsiteX1" fmla="*/ 53975 w 1397000"/>
                <a:gd name="connsiteY1" fmla="*/ 120119 h 459844"/>
                <a:gd name="connsiteX2" fmla="*/ 717550 w 1397000"/>
                <a:gd name="connsiteY2" fmla="*/ 2644 h 459844"/>
                <a:gd name="connsiteX3" fmla="*/ 1368425 w 1397000"/>
                <a:gd name="connsiteY3" fmla="*/ 218544 h 459844"/>
                <a:gd name="connsiteX4" fmla="*/ 1397000 w 1397000"/>
                <a:gd name="connsiteY4" fmla="*/ 459844 h 459844"/>
                <a:gd name="connsiteX5" fmla="*/ 708025 w 1397000"/>
                <a:gd name="connsiteY5" fmla="*/ 212194 h 459844"/>
                <a:gd name="connsiteX6" fmla="*/ 0 w 1397000"/>
                <a:gd name="connsiteY6" fmla="*/ 355069 h 459844"/>
                <a:gd name="connsiteX0" fmla="*/ 0 w 1384300"/>
                <a:gd name="connsiteY0" fmla="*/ 355069 h 447144"/>
                <a:gd name="connsiteX1" fmla="*/ 53975 w 1384300"/>
                <a:gd name="connsiteY1" fmla="*/ 120119 h 447144"/>
                <a:gd name="connsiteX2" fmla="*/ 717550 w 1384300"/>
                <a:gd name="connsiteY2" fmla="*/ 2644 h 447144"/>
                <a:gd name="connsiteX3" fmla="*/ 1368425 w 1384300"/>
                <a:gd name="connsiteY3" fmla="*/ 218544 h 447144"/>
                <a:gd name="connsiteX4" fmla="*/ 1384300 w 1384300"/>
                <a:gd name="connsiteY4" fmla="*/ 447144 h 447144"/>
                <a:gd name="connsiteX5" fmla="*/ 708025 w 1384300"/>
                <a:gd name="connsiteY5" fmla="*/ 212194 h 447144"/>
                <a:gd name="connsiteX6" fmla="*/ 0 w 1384300"/>
                <a:gd name="connsiteY6" fmla="*/ 355069 h 447144"/>
                <a:gd name="connsiteX0" fmla="*/ 0 w 1384300"/>
                <a:gd name="connsiteY0" fmla="*/ 355208 h 447283"/>
                <a:gd name="connsiteX1" fmla="*/ 46974 w 1384300"/>
                <a:gd name="connsiteY1" fmla="*/ 118481 h 447283"/>
                <a:gd name="connsiteX2" fmla="*/ 717550 w 1384300"/>
                <a:gd name="connsiteY2" fmla="*/ 2783 h 447283"/>
                <a:gd name="connsiteX3" fmla="*/ 1368425 w 1384300"/>
                <a:gd name="connsiteY3" fmla="*/ 218683 h 447283"/>
                <a:gd name="connsiteX4" fmla="*/ 1384300 w 1384300"/>
                <a:gd name="connsiteY4" fmla="*/ 447283 h 447283"/>
                <a:gd name="connsiteX5" fmla="*/ 708025 w 1384300"/>
                <a:gd name="connsiteY5" fmla="*/ 212333 h 447283"/>
                <a:gd name="connsiteX6" fmla="*/ 0 w 1384300"/>
                <a:gd name="connsiteY6" fmla="*/ 355208 h 447283"/>
                <a:gd name="connsiteX0" fmla="*/ 0 w 1384300"/>
                <a:gd name="connsiteY0" fmla="*/ 355082 h 447157"/>
                <a:gd name="connsiteX1" fmla="*/ 46974 w 1384300"/>
                <a:gd name="connsiteY1" fmla="*/ 118355 h 447157"/>
                <a:gd name="connsiteX2" fmla="*/ 717550 w 1384300"/>
                <a:gd name="connsiteY2" fmla="*/ 2657 h 447157"/>
                <a:gd name="connsiteX3" fmla="*/ 1326527 w 1384300"/>
                <a:gd name="connsiteY3" fmla="*/ 215674 h 447157"/>
                <a:gd name="connsiteX4" fmla="*/ 1384300 w 1384300"/>
                <a:gd name="connsiteY4" fmla="*/ 447157 h 447157"/>
                <a:gd name="connsiteX5" fmla="*/ 708025 w 1384300"/>
                <a:gd name="connsiteY5" fmla="*/ 212207 h 447157"/>
                <a:gd name="connsiteX6" fmla="*/ 0 w 1384300"/>
                <a:gd name="connsiteY6" fmla="*/ 355082 h 447157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708025 w 1340959"/>
                <a:gd name="connsiteY5" fmla="*/ 212207 h 455832"/>
                <a:gd name="connsiteX6" fmla="*/ 0 w 1340959"/>
                <a:gd name="connsiteY6" fmla="*/ 355082 h 455832"/>
                <a:gd name="connsiteX0" fmla="*/ 0 w 1340959"/>
                <a:gd name="connsiteY0" fmla="*/ 355082 h 455832"/>
                <a:gd name="connsiteX1" fmla="*/ 46974 w 1340959"/>
                <a:gd name="connsiteY1" fmla="*/ 118355 h 455832"/>
                <a:gd name="connsiteX2" fmla="*/ 717550 w 1340959"/>
                <a:gd name="connsiteY2" fmla="*/ 2657 h 455832"/>
                <a:gd name="connsiteX3" fmla="*/ 1326527 w 1340959"/>
                <a:gd name="connsiteY3" fmla="*/ 215674 h 455832"/>
                <a:gd name="connsiteX4" fmla="*/ 1340959 w 1340959"/>
                <a:gd name="connsiteY4" fmla="*/ 455832 h 455832"/>
                <a:gd name="connsiteX5" fmla="*/ 686799 w 1340959"/>
                <a:gd name="connsiteY5" fmla="*/ 210099 h 455832"/>
                <a:gd name="connsiteX6" fmla="*/ 0 w 1340959"/>
                <a:gd name="connsiteY6" fmla="*/ 355082 h 455832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0793 h 441543"/>
                <a:gd name="connsiteX1" fmla="*/ 46974 w 1340959"/>
                <a:gd name="connsiteY1" fmla="*/ 104066 h 441543"/>
                <a:gd name="connsiteX2" fmla="*/ 697734 w 1340959"/>
                <a:gd name="connsiteY2" fmla="*/ 3280 h 441543"/>
                <a:gd name="connsiteX3" fmla="*/ 1326527 w 1340959"/>
                <a:gd name="connsiteY3" fmla="*/ 201385 h 441543"/>
                <a:gd name="connsiteX4" fmla="*/ 1340959 w 1340959"/>
                <a:gd name="connsiteY4" fmla="*/ 441543 h 441543"/>
                <a:gd name="connsiteX5" fmla="*/ 686799 w 1340959"/>
                <a:gd name="connsiteY5" fmla="*/ 195810 h 441543"/>
                <a:gd name="connsiteX6" fmla="*/ 0 w 1340959"/>
                <a:gd name="connsiteY6" fmla="*/ 340793 h 44154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  <a:gd name="connsiteX0" fmla="*/ 0 w 1340959"/>
                <a:gd name="connsiteY0" fmla="*/ 342403 h 443153"/>
                <a:gd name="connsiteX1" fmla="*/ 46974 w 1340959"/>
                <a:gd name="connsiteY1" fmla="*/ 105676 h 443153"/>
                <a:gd name="connsiteX2" fmla="*/ 697734 w 1340959"/>
                <a:gd name="connsiteY2" fmla="*/ 4890 h 443153"/>
                <a:gd name="connsiteX3" fmla="*/ 1326527 w 1340959"/>
                <a:gd name="connsiteY3" fmla="*/ 202995 h 443153"/>
                <a:gd name="connsiteX4" fmla="*/ 1340959 w 1340959"/>
                <a:gd name="connsiteY4" fmla="*/ 443153 h 443153"/>
                <a:gd name="connsiteX5" fmla="*/ 686799 w 1340959"/>
                <a:gd name="connsiteY5" fmla="*/ 197420 h 443153"/>
                <a:gd name="connsiteX6" fmla="*/ 0 w 1340959"/>
                <a:gd name="connsiteY6" fmla="*/ 342403 h 44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0959" h="443153">
                  <a:moveTo>
                    <a:pt x="0" y="342403"/>
                  </a:moveTo>
                  <a:lnTo>
                    <a:pt x="46974" y="105676"/>
                  </a:lnTo>
                  <a:cubicBezTo>
                    <a:pt x="321238" y="10457"/>
                    <a:pt x="484475" y="-11330"/>
                    <a:pt x="697734" y="4890"/>
                  </a:cubicBezTo>
                  <a:cubicBezTo>
                    <a:pt x="910993" y="21110"/>
                    <a:pt x="1137934" y="90126"/>
                    <a:pt x="1326527" y="202995"/>
                  </a:cubicBezTo>
                  <a:lnTo>
                    <a:pt x="1340959" y="443153"/>
                  </a:lnTo>
                  <a:cubicBezTo>
                    <a:pt x="1115931" y="313052"/>
                    <a:pt x="910292" y="214212"/>
                    <a:pt x="686799" y="197420"/>
                  </a:cubicBezTo>
                  <a:cubicBezTo>
                    <a:pt x="463306" y="180628"/>
                    <a:pt x="282066" y="217862"/>
                    <a:pt x="0" y="342403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B68C7E62-2E90-DD13-FFD6-10E6DBCC6F2B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1390551" y="3647164"/>
              <a:ext cx="3105804" cy="1034922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8971 h 463746"/>
                <a:gd name="connsiteX1" fmla="*/ 62994 w 1397000"/>
                <a:gd name="connsiteY1" fmla="*/ 83437 h 463746"/>
                <a:gd name="connsiteX2" fmla="*/ 717550 w 1397000"/>
                <a:gd name="connsiteY2" fmla="*/ 6546 h 463746"/>
                <a:gd name="connsiteX3" fmla="*/ 1368425 w 1397000"/>
                <a:gd name="connsiteY3" fmla="*/ 222446 h 463746"/>
                <a:gd name="connsiteX4" fmla="*/ 1397000 w 1397000"/>
                <a:gd name="connsiteY4" fmla="*/ 463746 h 463746"/>
                <a:gd name="connsiteX5" fmla="*/ 708025 w 1397000"/>
                <a:gd name="connsiteY5" fmla="*/ 228796 h 463746"/>
                <a:gd name="connsiteX6" fmla="*/ 0 w 1397000"/>
                <a:gd name="connsiteY6" fmla="*/ 358971 h 463746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8025 w 1397000"/>
                <a:gd name="connsiteY5" fmla="*/ 227403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703515 w 1397000"/>
                <a:gd name="connsiteY5" fmla="*/ 240932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8859 w 1397000"/>
                <a:gd name="connsiteY5" fmla="*/ 226966 h 462353"/>
                <a:gd name="connsiteX6" fmla="*/ 0 w 1397000"/>
                <a:gd name="connsiteY6" fmla="*/ 357578 h 462353"/>
                <a:gd name="connsiteX0" fmla="*/ 0 w 1397000"/>
                <a:gd name="connsiteY0" fmla="*/ 357578 h 462353"/>
                <a:gd name="connsiteX1" fmla="*/ 62994 w 1397000"/>
                <a:gd name="connsiteY1" fmla="*/ 82044 h 462353"/>
                <a:gd name="connsiteX2" fmla="*/ 717550 w 1397000"/>
                <a:gd name="connsiteY2" fmla="*/ 5153 h 462353"/>
                <a:gd name="connsiteX3" fmla="*/ 1368425 w 1397000"/>
                <a:gd name="connsiteY3" fmla="*/ 198506 h 462353"/>
                <a:gd name="connsiteX4" fmla="*/ 1397000 w 1397000"/>
                <a:gd name="connsiteY4" fmla="*/ 462353 h 462353"/>
                <a:gd name="connsiteX5" fmla="*/ 690513 w 1397000"/>
                <a:gd name="connsiteY5" fmla="*/ 247422 h 462353"/>
                <a:gd name="connsiteX6" fmla="*/ 0 w 1397000"/>
                <a:gd name="connsiteY6" fmla="*/ 357578 h 462353"/>
                <a:gd name="connsiteX0" fmla="*/ 0 w 1397000"/>
                <a:gd name="connsiteY0" fmla="*/ 337038 h 441813"/>
                <a:gd name="connsiteX1" fmla="*/ 62994 w 1397000"/>
                <a:gd name="connsiteY1" fmla="*/ 61504 h 441813"/>
                <a:gd name="connsiteX2" fmla="*/ 706722 w 1397000"/>
                <a:gd name="connsiteY2" fmla="*/ 8204 h 441813"/>
                <a:gd name="connsiteX3" fmla="*/ 1368425 w 1397000"/>
                <a:gd name="connsiteY3" fmla="*/ 177966 h 441813"/>
                <a:gd name="connsiteX4" fmla="*/ 1397000 w 1397000"/>
                <a:gd name="connsiteY4" fmla="*/ 441813 h 441813"/>
                <a:gd name="connsiteX5" fmla="*/ 690513 w 1397000"/>
                <a:gd name="connsiteY5" fmla="*/ 226882 h 441813"/>
                <a:gd name="connsiteX6" fmla="*/ 0 w 1397000"/>
                <a:gd name="connsiteY6" fmla="*/ 337038 h 441813"/>
                <a:gd name="connsiteX0" fmla="*/ 0 w 1397000"/>
                <a:gd name="connsiteY0" fmla="*/ 331894 h 436669"/>
                <a:gd name="connsiteX1" fmla="*/ 42783 w 1397000"/>
                <a:gd name="connsiteY1" fmla="*/ 85859 h 436669"/>
                <a:gd name="connsiteX2" fmla="*/ 706722 w 1397000"/>
                <a:gd name="connsiteY2" fmla="*/ 3060 h 436669"/>
                <a:gd name="connsiteX3" fmla="*/ 1368425 w 1397000"/>
                <a:gd name="connsiteY3" fmla="*/ 172822 h 436669"/>
                <a:gd name="connsiteX4" fmla="*/ 1397000 w 1397000"/>
                <a:gd name="connsiteY4" fmla="*/ 436669 h 436669"/>
                <a:gd name="connsiteX5" fmla="*/ 690513 w 1397000"/>
                <a:gd name="connsiteY5" fmla="*/ 221738 h 436669"/>
                <a:gd name="connsiteX6" fmla="*/ 0 w 1397000"/>
                <a:gd name="connsiteY6" fmla="*/ 331894 h 436669"/>
                <a:gd name="connsiteX0" fmla="*/ 0 w 1411165"/>
                <a:gd name="connsiteY0" fmla="*/ 341862 h 436669"/>
                <a:gd name="connsiteX1" fmla="*/ 56948 w 1411165"/>
                <a:gd name="connsiteY1" fmla="*/ 85859 h 436669"/>
                <a:gd name="connsiteX2" fmla="*/ 720887 w 1411165"/>
                <a:gd name="connsiteY2" fmla="*/ 3060 h 436669"/>
                <a:gd name="connsiteX3" fmla="*/ 1382590 w 1411165"/>
                <a:gd name="connsiteY3" fmla="*/ 172822 h 436669"/>
                <a:gd name="connsiteX4" fmla="*/ 1411165 w 1411165"/>
                <a:gd name="connsiteY4" fmla="*/ 436669 h 436669"/>
                <a:gd name="connsiteX5" fmla="*/ 704678 w 1411165"/>
                <a:gd name="connsiteY5" fmla="*/ 221738 h 436669"/>
                <a:gd name="connsiteX6" fmla="*/ 0 w 1411165"/>
                <a:gd name="connsiteY6" fmla="*/ 341862 h 436669"/>
                <a:gd name="connsiteX0" fmla="*/ 0 w 1415495"/>
                <a:gd name="connsiteY0" fmla="*/ 340395 h 436669"/>
                <a:gd name="connsiteX1" fmla="*/ 61278 w 1415495"/>
                <a:gd name="connsiteY1" fmla="*/ 85859 h 436669"/>
                <a:gd name="connsiteX2" fmla="*/ 725217 w 1415495"/>
                <a:gd name="connsiteY2" fmla="*/ 3060 h 436669"/>
                <a:gd name="connsiteX3" fmla="*/ 1386920 w 1415495"/>
                <a:gd name="connsiteY3" fmla="*/ 172822 h 436669"/>
                <a:gd name="connsiteX4" fmla="*/ 1415495 w 1415495"/>
                <a:gd name="connsiteY4" fmla="*/ 436669 h 436669"/>
                <a:gd name="connsiteX5" fmla="*/ 709008 w 1415495"/>
                <a:gd name="connsiteY5" fmla="*/ 221738 h 436669"/>
                <a:gd name="connsiteX6" fmla="*/ 0 w 1415495"/>
                <a:gd name="connsiteY6" fmla="*/ 340395 h 436669"/>
                <a:gd name="connsiteX0" fmla="*/ 0 w 1386920"/>
                <a:gd name="connsiteY0" fmla="*/ 340395 h 449926"/>
                <a:gd name="connsiteX1" fmla="*/ 61278 w 1386920"/>
                <a:gd name="connsiteY1" fmla="*/ 85859 h 449926"/>
                <a:gd name="connsiteX2" fmla="*/ 725217 w 1386920"/>
                <a:gd name="connsiteY2" fmla="*/ 3060 h 449926"/>
                <a:gd name="connsiteX3" fmla="*/ 1386920 w 1386920"/>
                <a:gd name="connsiteY3" fmla="*/ 172822 h 449926"/>
                <a:gd name="connsiteX4" fmla="*/ 1359898 w 1386920"/>
                <a:gd name="connsiteY4" fmla="*/ 449926 h 449926"/>
                <a:gd name="connsiteX5" fmla="*/ 709008 w 1386920"/>
                <a:gd name="connsiteY5" fmla="*/ 221738 h 449926"/>
                <a:gd name="connsiteX6" fmla="*/ 0 w 1386920"/>
                <a:gd name="connsiteY6" fmla="*/ 340395 h 449926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9898"/>
                <a:gd name="connsiteY0" fmla="*/ 340856 h 450387"/>
                <a:gd name="connsiteX1" fmla="*/ 61278 w 1359898"/>
                <a:gd name="connsiteY1" fmla="*/ 86320 h 450387"/>
                <a:gd name="connsiteX2" fmla="*/ 725217 w 1359898"/>
                <a:gd name="connsiteY2" fmla="*/ 3521 h 450387"/>
                <a:gd name="connsiteX3" fmla="*/ 1329474 w 1359898"/>
                <a:gd name="connsiteY3" fmla="*/ 181939 h 450387"/>
                <a:gd name="connsiteX4" fmla="*/ 1359898 w 1359898"/>
                <a:gd name="connsiteY4" fmla="*/ 450387 h 450387"/>
                <a:gd name="connsiteX5" fmla="*/ 709008 w 1359898"/>
                <a:gd name="connsiteY5" fmla="*/ 222199 h 450387"/>
                <a:gd name="connsiteX6" fmla="*/ 0 w 1359898"/>
                <a:gd name="connsiteY6" fmla="*/ 340856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3357"/>
                <a:gd name="connsiteY0" fmla="*/ 342503 h 450387"/>
                <a:gd name="connsiteX1" fmla="*/ 54737 w 1353357"/>
                <a:gd name="connsiteY1" fmla="*/ 86320 h 450387"/>
                <a:gd name="connsiteX2" fmla="*/ 718676 w 1353357"/>
                <a:gd name="connsiteY2" fmla="*/ 3521 h 450387"/>
                <a:gd name="connsiteX3" fmla="*/ 1322933 w 1353357"/>
                <a:gd name="connsiteY3" fmla="*/ 181939 h 450387"/>
                <a:gd name="connsiteX4" fmla="*/ 1353357 w 1353357"/>
                <a:gd name="connsiteY4" fmla="*/ 450387 h 450387"/>
                <a:gd name="connsiteX5" fmla="*/ 702467 w 1353357"/>
                <a:gd name="connsiteY5" fmla="*/ 222199 h 450387"/>
                <a:gd name="connsiteX6" fmla="*/ 0 w 1353357"/>
                <a:gd name="connsiteY6" fmla="*/ 342503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3247 h 450387"/>
                <a:gd name="connsiteX1" fmla="*/ 59248 w 1357868"/>
                <a:gd name="connsiteY1" fmla="*/ 86320 h 450387"/>
                <a:gd name="connsiteX2" fmla="*/ 723187 w 1357868"/>
                <a:gd name="connsiteY2" fmla="*/ 3521 h 450387"/>
                <a:gd name="connsiteX3" fmla="*/ 1327444 w 1357868"/>
                <a:gd name="connsiteY3" fmla="*/ 181939 h 450387"/>
                <a:gd name="connsiteX4" fmla="*/ 1357868 w 1357868"/>
                <a:gd name="connsiteY4" fmla="*/ 450387 h 450387"/>
                <a:gd name="connsiteX5" fmla="*/ 706978 w 1357868"/>
                <a:gd name="connsiteY5" fmla="*/ 222199 h 450387"/>
                <a:gd name="connsiteX6" fmla="*/ 0 w 1357868"/>
                <a:gd name="connsiteY6" fmla="*/ 343247 h 450387"/>
                <a:gd name="connsiteX0" fmla="*/ 0 w 1357868"/>
                <a:gd name="connsiteY0" fmla="*/ 344842 h 451982"/>
                <a:gd name="connsiteX1" fmla="*/ 59248 w 1357868"/>
                <a:gd name="connsiteY1" fmla="*/ 87915 h 451982"/>
                <a:gd name="connsiteX2" fmla="*/ 723187 w 1357868"/>
                <a:gd name="connsiteY2" fmla="*/ 5116 h 451982"/>
                <a:gd name="connsiteX3" fmla="*/ 1327444 w 1357868"/>
                <a:gd name="connsiteY3" fmla="*/ 183534 h 451982"/>
                <a:gd name="connsiteX4" fmla="*/ 1357868 w 1357868"/>
                <a:gd name="connsiteY4" fmla="*/ 451982 h 451982"/>
                <a:gd name="connsiteX5" fmla="*/ 706978 w 1357868"/>
                <a:gd name="connsiteY5" fmla="*/ 223794 h 451982"/>
                <a:gd name="connsiteX6" fmla="*/ 0 w 1357868"/>
                <a:gd name="connsiteY6" fmla="*/ 344842 h 451982"/>
                <a:gd name="connsiteX0" fmla="*/ 0 w 1357868"/>
                <a:gd name="connsiteY0" fmla="*/ 345332 h 452472"/>
                <a:gd name="connsiteX1" fmla="*/ 59248 w 1357868"/>
                <a:gd name="connsiteY1" fmla="*/ 88405 h 452472"/>
                <a:gd name="connsiteX2" fmla="*/ 723187 w 1357868"/>
                <a:gd name="connsiteY2" fmla="*/ 5606 h 452472"/>
                <a:gd name="connsiteX3" fmla="*/ 1327444 w 1357868"/>
                <a:gd name="connsiteY3" fmla="*/ 184024 h 452472"/>
                <a:gd name="connsiteX4" fmla="*/ 1357868 w 1357868"/>
                <a:gd name="connsiteY4" fmla="*/ 452472 h 452472"/>
                <a:gd name="connsiteX5" fmla="*/ 706978 w 1357868"/>
                <a:gd name="connsiteY5" fmla="*/ 224284 h 452472"/>
                <a:gd name="connsiteX6" fmla="*/ 0 w 1357868"/>
                <a:gd name="connsiteY6" fmla="*/ 345332 h 45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7868" h="452472">
                  <a:moveTo>
                    <a:pt x="0" y="345332"/>
                  </a:moveTo>
                  <a:lnTo>
                    <a:pt x="59248" y="88405"/>
                  </a:lnTo>
                  <a:cubicBezTo>
                    <a:pt x="378897" y="4851"/>
                    <a:pt x="511821" y="-10331"/>
                    <a:pt x="723187" y="5606"/>
                  </a:cubicBezTo>
                  <a:cubicBezTo>
                    <a:pt x="934553" y="21543"/>
                    <a:pt x="1185450" y="110065"/>
                    <a:pt x="1327444" y="184024"/>
                  </a:cubicBezTo>
                  <a:lnTo>
                    <a:pt x="1357868" y="452472"/>
                  </a:lnTo>
                  <a:cubicBezTo>
                    <a:pt x="1210634" y="361080"/>
                    <a:pt x="933289" y="242141"/>
                    <a:pt x="706978" y="224284"/>
                  </a:cubicBezTo>
                  <a:cubicBezTo>
                    <a:pt x="480667" y="206427"/>
                    <a:pt x="339913" y="222916"/>
                    <a:pt x="0" y="345332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DE85DD65-496D-3B93-5697-0FADDA3CF966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723885" y="3589117"/>
              <a:ext cx="2733287" cy="927396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81355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2861 w 1397000"/>
                <a:gd name="connsiteY5" fmla="*/ 265859 h 459489"/>
                <a:gd name="connsiteX6" fmla="*/ 0 w 1397000"/>
                <a:gd name="connsiteY6" fmla="*/ 354714 h 459489"/>
                <a:gd name="connsiteX0" fmla="*/ 0 w 1397000"/>
                <a:gd name="connsiteY0" fmla="*/ 339690 h 444465"/>
                <a:gd name="connsiteX1" fmla="*/ 53975 w 1397000"/>
                <a:gd name="connsiteY1" fmla="*/ 104740 h 444465"/>
                <a:gd name="connsiteX2" fmla="*/ 717550 w 1397000"/>
                <a:gd name="connsiteY2" fmla="*/ 2760 h 444465"/>
                <a:gd name="connsiteX3" fmla="*/ 1368425 w 1397000"/>
                <a:gd name="connsiteY3" fmla="*/ 203165 h 444465"/>
                <a:gd name="connsiteX4" fmla="*/ 1397000 w 1397000"/>
                <a:gd name="connsiteY4" fmla="*/ 444465 h 444465"/>
                <a:gd name="connsiteX5" fmla="*/ 702861 w 1397000"/>
                <a:gd name="connsiteY5" fmla="*/ 250835 h 444465"/>
                <a:gd name="connsiteX6" fmla="*/ 0 w 1397000"/>
                <a:gd name="connsiteY6" fmla="*/ 339690 h 444465"/>
                <a:gd name="connsiteX0" fmla="*/ 0 w 1397000"/>
                <a:gd name="connsiteY0" fmla="*/ 348190 h 452965"/>
                <a:gd name="connsiteX1" fmla="*/ 64305 w 1397000"/>
                <a:gd name="connsiteY1" fmla="*/ 61590 h 452965"/>
                <a:gd name="connsiteX2" fmla="*/ 717550 w 1397000"/>
                <a:gd name="connsiteY2" fmla="*/ 11260 h 452965"/>
                <a:gd name="connsiteX3" fmla="*/ 1368425 w 1397000"/>
                <a:gd name="connsiteY3" fmla="*/ 211665 h 452965"/>
                <a:gd name="connsiteX4" fmla="*/ 1397000 w 1397000"/>
                <a:gd name="connsiteY4" fmla="*/ 452965 h 452965"/>
                <a:gd name="connsiteX5" fmla="*/ 702861 w 1397000"/>
                <a:gd name="connsiteY5" fmla="*/ 259335 h 452965"/>
                <a:gd name="connsiteX6" fmla="*/ 0 w 1397000"/>
                <a:gd name="connsiteY6" fmla="*/ 348190 h 452965"/>
                <a:gd name="connsiteX0" fmla="*/ 0 w 1397000"/>
                <a:gd name="connsiteY0" fmla="*/ 344781 h 449556"/>
                <a:gd name="connsiteX1" fmla="*/ 64305 w 1397000"/>
                <a:gd name="connsiteY1" fmla="*/ 58181 h 449556"/>
                <a:gd name="connsiteX2" fmla="*/ 717550 w 1397000"/>
                <a:gd name="connsiteY2" fmla="*/ 7851 h 449556"/>
                <a:gd name="connsiteX3" fmla="*/ 1337434 w 1397000"/>
                <a:gd name="connsiteY3" fmla="*/ 161770 h 449556"/>
                <a:gd name="connsiteX4" fmla="*/ 1397000 w 1397000"/>
                <a:gd name="connsiteY4" fmla="*/ 449556 h 449556"/>
                <a:gd name="connsiteX5" fmla="*/ 702861 w 1397000"/>
                <a:gd name="connsiteY5" fmla="*/ 255926 h 449556"/>
                <a:gd name="connsiteX6" fmla="*/ 0 w 1397000"/>
                <a:gd name="connsiteY6" fmla="*/ 344781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29287 h 449556"/>
                <a:gd name="connsiteX1" fmla="*/ 79800 w 1412495"/>
                <a:gd name="connsiteY1" fmla="*/ 58181 h 449556"/>
                <a:gd name="connsiteX2" fmla="*/ 733045 w 1412495"/>
                <a:gd name="connsiteY2" fmla="*/ 7851 h 449556"/>
                <a:gd name="connsiteX3" fmla="*/ 1352929 w 1412495"/>
                <a:gd name="connsiteY3" fmla="*/ 161770 h 449556"/>
                <a:gd name="connsiteX4" fmla="*/ 1412495 w 1412495"/>
                <a:gd name="connsiteY4" fmla="*/ 449556 h 449556"/>
                <a:gd name="connsiteX5" fmla="*/ 718356 w 1412495"/>
                <a:gd name="connsiteY5" fmla="*/ 255926 h 449556"/>
                <a:gd name="connsiteX6" fmla="*/ 0 w 1412495"/>
                <a:gd name="connsiteY6" fmla="*/ 329287 h 449556"/>
                <a:gd name="connsiteX0" fmla="*/ 0 w 1412495"/>
                <a:gd name="connsiteY0" fmla="*/ 342368 h 462637"/>
                <a:gd name="connsiteX1" fmla="*/ 79800 w 1412495"/>
                <a:gd name="connsiteY1" fmla="*/ 71262 h 462637"/>
                <a:gd name="connsiteX2" fmla="*/ 738209 w 1412495"/>
                <a:gd name="connsiteY2" fmla="*/ 5436 h 462637"/>
                <a:gd name="connsiteX3" fmla="*/ 1352929 w 1412495"/>
                <a:gd name="connsiteY3" fmla="*/ 174851 h 462637"/>
                <a:gd name="connsiteX4" fmla="*/ 1412495 w 1412495"/>
                <a:gd name="connsiteY4" fmla="*/ 462637 h 462637"/>
                <a:gd name="connsiteX5" fmla="*/ 718356 w 1412495"/>
                <a:gd name="connsiteY5" fmla="*/ 269007 h 462637"/>
                <a:gd name="connsiteX6" fmla="*/ 0 w 1412495"/>
                <a:gd name="connsiteY6" fmla="*/ 342368 h 462637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718356 w 1412495"/>
                <a:gd name="connsiteY5" fmla="*/ 238591 h 432221"/>
                <a:gd name="connsiteX6" fmla="*/ 0 w 1412495"/>
                <a:gd name="connsiteY6" fmla="*/ 311952 h 432221"/>
                <a:gd name="connsiteX0" fmla="*/ 0 w 1412495"/>
                <a:gd name="connsiteY0" fmla="*/ 311952 h 432221"/>
                <a:gd name="connsiteX1" fmla="*/ 79800 w 1412495"/>
                <a:gd name="connsiteY1" fmla="*/ 40846 h 432221"/>
                <a:gd name="connsiteX2" fmla="*/ 713172 w 1412495"/>
                <a:gd name="connsiteY2" fmla="*/ 16302 h 432221"/>
                <a:gd name="connsiteX3" fmla="*/ 1352929 w 1412495"/>
                <a:gd name="connsiteY3" fmla="*/ 144435 h 432221"/>
                <a:gd name="connsiteX4" fmla="*/ 1412495 w 1412495"/>
                <a:gd name="connsiteY4" fmla="*/ 432221 h 432221"/>
                <a:gd name="connsiteX5" fmla="*/ 685699 w 1412495"/>
                <a:gd name="connsiteY5" fmla="*/ 263958 h 432221"/>
                <a:gd name="connsiteX6" fmla="*/ 0 w 1412495"/>
                <a:gd name="connsiteY6" fmla="*/ 311952 h 432221"/>
                <a:gd name="connsiteX0" fmla="*/ 0 w 1412495"/>
                <a:gd name="connsiteY0" fmla="*/ 314001 h 434270"/>
                <a:gd name="connsiteX1" fmla="*/ 79800 w 1412495"/>
                <a:gd name="connsiteY1" fmla="*/ 42895 h 434270"/>
                <a:gd name="connsiteX2" fmla="*/ 713172 w 1412495"/>
                <a:gd name="connsiteY2" fmla="*/ 18351 h 434270"/>
                <a:gd name="connsiteX3" fmla="*/ 1294334 w 1412495"/>
                <a:gd name="connsiteY3" fmla="*/ 177378 h 434270"/>
                <a:gd name="connsiteX4" fmla="*/ 1412495 w 1412495"/>
                <a:gd name="connsiteY4" fmla="*/ 434270 h 434270"/>
                <a:gd name="connsiteX5" fmla="*/ 685699 w 1412495"/>
                <a:gd name="connsiteY5" fmla="*/ 266007 h 434270"/>
                <a:gd name="connsiteX6" fmla="*/ 0 w 1412495"/>
                <a:gd name="connsiteY6" fmla="*/ 314001 h 434270"/>
                <a:gd name="connsiteX0" fmla="*/ 0 w 1341576"/>
                <a:gd name="connsiteY0" fmla="*/ 314001 h 475626"/>
                <a:gd name="connsiteX1" fmla="*/ 79800 w 1341576"/>
                <a:gd name="connsiteY1" fmla="*/ 42895 h 475626"/>
                <a:gd name="connsiteX2" fmla="*/ 713172 w 1341576"/>
                <a:gd name="connsiteY2" fmla="*/ 18351 h 475626"/>
                <a:gd name="connsiteX3" fmla="*/ 1294334 w 1341576"/>
                <a:gd name="connsiteY3" fmla="*/ 177378 h 475626"/>
                <a:gd name="connsiteX4" fmla="*/ 1341576 w 1341576"/>
                <a:gd name="connsiteY4" fmla="*/ 475626 h 475626"/>
                <a:gd name="connsiteX5" fmla="*/ 685699 w 1341576"/>
                <a:gd name="connsiteY5" fmla="*/ 266007 h 475626"/>
                <a:gd name="connsiteX6" fmla="*/ 0 w 1341576"/>
                <a:gd name="connsiteY6" fmla="*/ 314001 h 475626"/>
                <a:gd name="connsiteX0" fmla="*/ 0 w 1368810"/>
                <a:gd name="connsiteY0" fmla="*/ 366572 h 475626"/>
                <a:gd name="connsiteX1" fmla="*/ 107034 w 1368810"/>
                <a:gd name="connsiteY1" fmla="*/ 42895 h 475626"/>
                <a:gd name="connsiteX2" fmla="*/ 740406 w 1368810"/>
                <a:gd name="connsiteY2" fmla="*/ 18351 h 475626"/>
                <a:gd name="connsiteX3" fmla="*/ 1321568 w 1368810"/>
                <a:gd name="connsiteY3" fmla="*/ 177378 h 475626"/>
                <a:gd name="connsiteX4" fmla="*/ 1368810 w 1368810"/>
                <a:gd name="connsiteY4" fmla="*/ 475626 h 475626"/>
                <a:gd name="connsiteX5" fmla="*/ 712933 w 1368810"/>
                <a:gd name="connsiteY5" fmla="*/ 266007 h 475626"/>
                <a:gd name="connsiteX6" fmla="*/ 0 w 1368810"/>
                <a:gd name="connsiteY6" fmla="*/ 366572 h 475626"/>
                <a:gd name="connsiteX0" fmla="*/ 0 w 1368810"/>
                <a:gd name="connsiteY0" fmla="*/ 354292 h 463346"/>
                <a:gd name="connsiteX1" fmla="*/ 92745 w 1368810"/>
                <a:gd name="connsiteY1" fmla="*/ 65129 h 463346"/>
                <a:gd name="connsiteX2" fmla="*/ 740406 w 1368810"/>
                <a:gd name="connsiteY2" fmla="*/ 6071 h 463346"/>
                <a:gd name="connsiteX3" fmla="*/ 1321568 w 1368810"/>
                <a:gd name="connsiteY3" fmla="*/ 165098 h 463346"/>
                <a:gd name="connsiteX4" fmla="*/ 1368810 w 1368810"/>
                <a:gd name="connsiteY4" fmla="*/ 463346 h 463346"/>
                <a:gd name="connsiteX5" fmla="*/ 712933 w 1368810"/>
                <a:gd name="connsiteY5" fmla="*/ 253727 h 463346"/>
                <a:gd name="connsiteX6" fmla="*/ 0 w 1368810"/>
                <a:gd name="connsiteY6" fmla="*/ 354292 h 463346"/>
                <a:gd name="connsiteX0" fmla="*/ 0 w 1368810"/>
                <a:gd name="connsiteY0" fmla="*/ 354804 h 463858"/>
                <a:gd name="connsiteX1" fmla="*/ 92745 w 1368810"/>
                <a:gd name="connsiteY1" fmla="*/ 65641 h 463858"/>
                <a:gd name="connsiteX2" fmla="*/ 740406 w 1368810"/>
                <a:gd name="connsiteY2" fmla="*/ 6583 h 463858"/>
                <a:gd name="connsiteX3" fmla="*/ 1321568 w 1368810"/>
                <a:gd name="connsiteY3" fmla="*/ 165610 h 463858"/>
                <a:gd name="connsiteX4" fmla="*/ 1368810 w 1368810"/>
                <a:gd name="connsiteY4" fmla="*/ 463858 h 463858"/>
                <a:gd name="connsiteX5" fmla="*/ 712933 w 1368810"/>
                <a:gd name="connsiteY5" fmla="*/ 254239 h 463858"/>
                <a:gd name="connsiteX6" fmla="*/ 0 w 1368810"/>
                <a:gd name="connsiteY6" fmla="*/ 354804 h 463858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  <a:gd name="connsiteX0" fmla="*/ 0 w 1368810"/>
                <a:gd name="connsiteY0" fmla="*/ 355378 h 464432"/>
                <a:gd name="connsiteX1" fmla="*/ 92745 w 1368810"/>
                <a:gd name="connsiteY1" fmla="*/ 66215 h 464432"/>
                <a:gd name="connsiteX2" fmla="*/ 740406 w 1368810"/>
                <a:gd name="connsiteY2" fmla="*/ 7157 h 464432"/>
                <a:gd name="connsiteX3" fmla="*/ 1321568 w 1368810"/>
                <a:gd name="connsiteY3" fmla="*/ 166184 h 464432"/>
                <a:gd name="connsiteX4" fmla="*/ 1368810 w 1368810"/>
                <a:gd name="connsiteY4" fmla="*/ 464432 h 464432"/>
                <a:gd name="connsiteX5" fmla="*/ 712933 w 1368810"/>
                <a:gd name="connsiteY5" fmla="*/ 254813 h 464432"/>
                <a:gd name="connsiteX6" fmla="*/ 0 w 1368810"/>
                <a:gd name="connsiteY6" fmla="*/ 355378 h 464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8810" h="464432">
                  <a:moveTo>
                    <a:pt x="0" y="355378"/>
                  </a:moveTo>
                  <a:lnTo>
                    <a:pt x="92745" y="66215"/>
                  </a:lnTo>
                  <a:cubicBezTo>
                    <a:pt x="402816" y="103"/>
                    <a:pt x="535602" y="-9504"/>
                    <a:pt x="740406" y="7157"/>
                  </a:cubicBezTo>
                  <a:cubicBezTo>
                    <a:pt x="945210" y="23818"/>
                    <a:pt x="1055889" y="64925"/>
                    <a:pt x="1321568" y="166184"/>
                  </a:cubicBezTo>
                  <a:lnTo>
                    <a:pt x="1368810" y="464432"/>
                  </a:lnTo>
                  <a:cubicBezTo>
                    <a:pt x="1055127" y="325210"/>
                    <a:pt x="941068" y="272989"/>
                    <a:pt x="712933" y="254813"/>
                  </a:cubicBezTo>
                  <a:cubicBezTo>
                    <a:pt x="484798" y="236637"/>
                    <a:pt x="365206" y="250732"/>
                    <a:pt x="0" y="355378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D1EE911A-0F68-48C4-9AAE-D65D91E2930C}"/>
                </a:ext>
              </a:extLst>
            </p:cNvPr>
            <p:cNvSpPr>
              <a:spLocks noChangeAspect="1"/>
            </p:cNvSpPr>
            <p:nvPr/>
          </p:nvSpPr>
          <p:spPr>
            <a:xfrm rot="16379661">
              <a:off x="111767" y="3532567"/>
              <a:ext cx="2239420" cy="805049"/>
            </a:xfrm>
            <a:custGeom>
              <a:avLst/>
              <a:gdLst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1368425 w 1368425"/>
                <a:gd name="connsiteY2" fmla="*/ 98425 h 336550"/>
                <a:gd name="connsiteX3" fmla="*/ 1368425 w 1368425"/>
                <a:gd name="connsiteY3" fmla="*/ 336550 h 336550"/>
                <a:gd name="connsiteX4" fmla="*/ 708025 w 1368425"/>
                <a:gd name="connsiteY4" fmla="*/ 104775 h 336550"/>
                <a:gd name="connsiteX5" fmla="*/ 0 w 1368425"/>
                <a:gd name="connsiteY5" fmla="*/ 234950 h 336550"/>
                <a:gd name="connsiteX0" fmla="*/ 0 w 1368425"/>
                <a:gd name="connsiteY0" fmla="*/ 234950 h 336550"/>
                <a:gd name="connsiteX1" fmla="*/ 53975 w 1368425"/>
                <a:gd name="connsiteY1" fmla="*/ 0 h 336550"/>
                <a:gd name="connsiteX2" fmla="*/ 704850 w 1368425"/>
                <a:gd name="connsiteY2" fmla="*/ 47625 h 336550"/>
                <a:gd name="connsiteX3" fmla="*/ 1368425 w 1368425"/>
                <a:gd name="connsiteY3" fmla="*/ 98425 h 336550"/>
                <a:gd name="connsiteX4" fmla="*/ 1368425 w 1368425"/>
                <a:gd name="connsiteY4" fmla="*/ 336550 h 336550"/>
                <a:gd name="connsiteX5" fmla="*/ 708025 w 1368425"/>
                <a:gd name="connsiteY5" fmla="*/ 104775 h 336550"/>
                <a:gd name="connsiteX6" fmla="*/ 0 w 1368425"/>
                <a:gd name="connsiteY6" fmla="*/ 234950 h 336550"/>
                <a:gd name="connsiteX0" fmla="*/ 0 w 1368425"/>
                <a:gd name="connsiteY0" fmla="*/ 352425 h 454025"/>
                <a:gd name="connsiteX1" fmla="*/ 53975 w 1368425"/>
                <a:gd name="connsiteY1" fmla="*/ 117475 h 454025"/>
                <a:gd name="connsiteX2" fmla="*/ 717550 w 1368425"/>
                <a:gd name="connsiteY2" fmla="*/ 0 h 454025"/>
                <a:gd name="connsiteX3" fmla="*/ 1368425 w 1368425"/>
                <a:gd name="connsiteY3" fmla="*/ 215900 h 454025"/>
                <a:gd name="connsiteX4" fmla="*/ 1368425 w 1368425"/>
                <a:gd name="connsiteY4" fmla="*/ 454025 h 454025"/>
                <a:gd name="connsiteX5" fmla="*/ 708025 w 1368425"/>
                <a:gd name="connsiteY5" fmla="*/ 222250 h 454025"/>
                <a:gd name="connsiteX6" fmla="*/ 0 w 1368425"/>
                <a:gd name="connsiteY6" fmla="*/ 352425 h 454025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7"/>
                <a:gd name="connsiteX1" fmla="*/ 53975 w 1368425"/>
                <a:gd name="connsiteY1" fmla="*/ 119764 h 456317"/>
                <a:gd name="connsiteX2" fmla="*/ 717550 w 1368425"/>
                <a:gd name="connsiteY2" fmla="*/ 2289 h 456317"/>
                <a:gd name="connsiteX3" fmla="*/ 1368425 w 1368425"/>
                <a:gd name="connsiteY3" fmla="*/ 218189 h 456317"/>
                <a:gd name="connsiteX4" fmla="*/ 1368425 w 1368425"/>
                <a:gd name="connsiteY4" fmla="*/ 456314 h 456317"/>
                <a:gd name="connsiteX5" fmla="*/ 708025 w 1368425"/>
                <a:gd name="connsiteY5" fmla="*/ 224539 h 456317"/>
                <a:gd name="connsiteX6" fmla="*/ 0 w 1368425"/>
                <a:gd name="connsiteY6" fmla="*/ 354714 h 456317"/>
                <a:gd name="connsiteX0" fmla="*/ 0 w 1368425"/>
                <a:gd name="connsiteY0" fmla="*/ 354714 h 456314"/>
                <a:gd name="connsiteX1" fmla="*/ 53975 w 1368425"/>
                <a:gd name="connsiteY1" fmla="*/ 119764 h 456314"/>
                <a:gd name="connsiteX2" fmla="*/ 717550 w 1368425"/>
                <a:gd name="connsiteY2" fmla="*/ 2289 h 456314"/>
                <a:gd name="connsiteX3" fmla="*/ 1368425 w 1368425"/>
                <a:gd name="connsiteY3" fmla="*/ 218189 h 456314"/>
                <a:gd name="connsiteX4" fmla="*/ 1368425 w 1368425"/>
                <a:gd name="connsiteY4" fmla="*/ 456314 h 456314"/>
                <a:gd name="connsiteX5" fmla="*/ 708025 w 1368425"/>
                <a:gd name="connsiteY5" fmla="*/ 224539 h 456314"/>
                <a:gd name="connsiteX6" fmla="*/ 0 w 1368425"/>
                <a:gd name="connsiteY6" fmla="*/ 354714 h 456314"/>
                <a:gd name="connsiteX0" fmla="*/ 0 w 1397000"/>
                <a:gd name="connsiteY0" fmla="*/ 354714 h 453139"/>
                <a:gd name="connsiteX1" fmla="*/ 53975 w 1397000"/>
                <a:gd name="connsiteY1" fmla="*/ 119764 h 453139"/>
                <a:gd name="connsiteX2" fmla="*/ 717550 w 1397000"/>
                <a:gd name="connsiteY2" fmla="*/ 2289 h 453139"/>
                <a:gd name="connsiteX3" fmla="*/ 1368425 w 1397000"/>
                <a:gd name="connsiteY3" fmla="*/ 218189 h 453139"/>
                <a:gd name="connsiteX4" fmla="*/ 1397000 w 1397000"/>
                <a:gd name="connsiteY4" fmla="*/ 453139 h 453139"/>
                <a:gd name="connsiteX5" fmla="*/ 708025 w 1397000"/>
                <a:gd name="connsiteY5" fmla="*/ 224539 h 453139"/>
                <a:gd name="connsiteX6" fmla="*/ 0 w 1397000"/>
                <a:gd name="connsiteY6" fmla="*/ 354714 h 45313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8025 w 1397000"/>
                <a:gd name="connsiteY5" fmla="*/ 224539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01992 h 459489"/>
                <a:gd name="connsiteX6" fmla="*/ 0 w 1397000"/>
                <a:gd name="connsiteY6" fmla="*/ 354714 h 459489"/>
                <a:gd name="connsiteX0" fmla="*/ 0 w 1397000"/>
                <a:gd name="connsiteY0" fmla="*/ 354714 h 459489"/>
                <a:gd name="connsiteX1" fmla="*/ 53975 w 1397000"/>
                <a:gd name="connsiteY1" fmla="*/ 119764 h 459489"/>
                <a:gd name="connsiteX2" fmla="*/ 717550 w 1397000"/>
                <a:gd name="connsiteY2" fmla="*/ 2289 h 459489"/>
                <a:gd name="connsiteX3" fmla="*/ 1368425 w 1397000"/>
                <a:gd name="connsiteY3" fmla="*/ 218189 h 459489"/>
                <a:gd name="connsiteX4" fmla="*/ 1397000 w 1397000"/>
                <a:gd name="connsiteY4" fmla="*/ 459489 h 459489"/>
                <a:gd name="connsiteX5" fmla="*/ 701569 w 1397000"/>
                <a:gd name="connsiteY5" fmla="*/ 321356 h 459489"/>
                <a:gd name="connsiteX6" fmla="*/ 0 w 1397000"/>
                <a:gd name="connsiteY6" fmla="*/ 354714 h 459489"/>
                <a:gd name="connsiteX0" fmla="*/ 0 w 1397000"/>
                <a:gd name="connsiteY0" fmla="*/ 370669 h 475444"/>
                <a:gd name="connsiteX1" fmla="*/ 131427 w 1397000"/>
                <a:gd name="connsiteY1" fmla="*/ 51812 h 475444"/>
                <a:gd name="connsiteX2" fmla="*/ 717550 w 1397000"/>
                <a:gd name="connsiteY2" fmla="*/ 18244 h 475444"/>
                <a:gd name="connsiteX3" fmla="*/ 1368425 w 1397000"/>
                <a:gd name="connsiteY3" fmla="*/ 234144 h 475444"/>
                <a:gd name="connsiteX4" fmla="*/ 1397000 w 1397000"/>
                <a:gd name="connsiteY4" fmla="*/ 475444 h 475444"/>
                <a:gd name="connsiteX5" fmla="*/ 701569 w 1397000"/>
                <a:gd name="connsiteY5" fmla="*/ 337311 h 475444"/>
                <a:gd name="connsiteX6" fmla="*/ 0 w 1397000"/>
                <a:gd name="connsiteY6" fmla="*/ 370669 h 475444"/>
                <a:gd name="connsiteX0" fmla="*/ 0 w 1397000"/>
                <a:gd name="connsiteY0" fmla="*/ 364165 h 468940"/>
                <a:gd name="connsiteX1" fmla="*/ 131427 w 1397000"/>
                <a:gd name="connsiteY1" fmla="*/ 45308 h 468940"/>
                <a:gd name="connsiteX2" fmla="*/ 717550 w 1397000"/>
                <a:gd name="connsiteY2" fmla="*/ 11740 h 468940"/>
                <a:gd name="connsiteX3" fmla="*/ 1290973 w 1397000"/>
                <a:gd name="connsiteY3" fmla="*/ 137278 h 468940"/>
                <a:gd name="connsiteX4" fmla="*/ 1397000 w 1397000"/>
                <a:gd name="connsiteY4" fmla="*/ 468940 h 468940"/>
                <a:gd name="connsiteX5" fmla="*/ 701569 w 1397000"/>
                <a:gd name="connsiteY5" fmla="*/ 330807 h 468940"/>
                <a:gd name="connsiteX6" fmla="*/ 0 w 1397000"/>
                <a:gd name="connsiteY6" fmla="*/ 364165 h 468940"/>
                <a:gd name="connsiteX0" fmla="*/ 0 w 1409909"/>
                <a:gd name="connsiteY0" fmla="*/ 364165 h 507667"/>
                <a:gd name="connsiteX1" fmla="*/ 131427 w 1409909"/>
                <a:gd name="connsiteY1" fmla="*/ 45308 h 507667"/>
                <a:gd name="connsiteX2" fmla="*/ 717550 w 1409909"/>
                <a:gd name="connsiteY2" fmla="*/ 11740 h 507667"/>
                <a:gd name="connsiteX3" fmla="*/ 1290973 w 1409909"/>
                <a:gd name="connsiteY3" fmla="*/ 137278 h 507667"/>
                <a:gd name="connsiteX4" fmla="*/ 1409909 w 1409909"/>
                <a:gd name="connsiteY4" fmla="*/ 507667 h 507667"/>
                <a:gd name="connsiteX5" fmla="*/ 701569 w 1409909"/>
                <a:gd name="connsiteY5" fmla="*/ 330807 h 507667"/>
                <a:gd name="connsiteX6" fmla="*/ 0 w 1409909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20931 w 1429271"/>
                <a:gd name="connsiteY5" fmla="*/ 330807 h 507667"/>
                <a:gd name="connsiteX6" fmla="*/ 0 w 1429271"/>
                <a:gd name="connsiteY6" fmla="*/ 364165 h 507667"/>
                <a:gd name="connsiteX0" fmla="*/ 0 w 1429271"/>
                <a:gd name="connsiteY0" fmla="*/ 364165 h 507667"/>
                <a:gd name="connsiteX1" fmla="*/ 150789 w 1429271"/>
                <a:gd name="connsiteY1" fmla="*/ 45308 h 507667"/>
                <a:gd name="connsiteX2" fmla="*/ 736912 w 1429271"/>
                <a:gd name="connsiteY2" fmla="*/ 11740 h 507667"/>
                <a:gd name="connsiteX3" fmla="*/ 1310335 w 1429271"/>
                <a:gd name="connsiteY3" fmla="*/ 137278 h 507667"/>
                <a:gd name="connsiteX4" fmla="*/ 1429271 w 1429271"/>
                <a:gd name="connsiteY4" fmla="*/ 507667 h 507667"/>
                <a:gd name="connsiteX5" fmla="*/ 739495 w 1429271"/>
                <a:gd name="connsiteY5" fmla="*/ 317992 h 507667"/>
                <a:gd name="connsiteX6" fmla="*/ 0 w 1429271"/>
                <a:gd name="connsiteY6" fmla="*/ 364165 h 507667"/>
                <a:gd name="connsiteX0" fmla="*/ 0 w 1429271"/>
                <a:gd name="connsiteY0" fmla="*/ 364529 h 508031"/>
                <a:gd name="connsiteX1" fmla="*/ 150789 w 1429271"/>
                <a:gd name="connsiteY1" fmla="*/ 45672 h 508031"/>
                <a:gd name="connsiteX2" fmla="*/ 768807 w 1429271"/>
                <a:gd name="connsiteY2" fmla="*/ 11526 h 508031"/>
                <a:gd name="connsiteX3" fmla="*/ 1310335 w 1429271"/>
                <a:gd name="connsiteY3" fmla="*/ 137642 h 508031"/>
                <a:gd name="connsiteX4" fmla="*/ 1429271 w 1429271"/>
                <a:gd name="connsiteY4" fmla="*/ 508031 h 508031"/>
                <a:gd name="connsiteX5" fmla="*/ 739495 w 1429271"/>
                <a:gd name="connsiteY5" fmla="*/ 318356 h 508031"/>
                <a:gd name="connsiteX6" fmla="*/ 0 w 1429271"/>
                <a:gd name="connsiteY6" fmla="*/ 364529 h 508031"/>
                <a:gd name="connsiteX0" fmla="*/ 0 w 1402767"/>
                <a:gd name="connsiteY0" fmla="*/ 364529 h 501088"/>
                <a:gd name="connsiteX1" fmla="*/ 150789 w 1402767"/>
                <a:gd name="connsiteY1" fmla="*/ 45672 h 501088"/>
                <a:gd name="connsiteX2" fmla="*/ 768807 w 1402767"/>
                <a:gd name="connsiteY2" fmla="*/ 11526 h 501088"/>
                <a:gd name="connsiteX3" fmla="*/ 1310335 w 1402767"/>
                <a:gd name="connsiteY3" fmla="*/ 137642 h 501088"/>
                <a:gd name="connsiteX4" fmla="*/ 1402767 w 1402767"/>
                <a:gd name="connsiteY4" fmla="*/ 501088 h 501088"/>
                <a:gd name="connsiteX5" fmla="*/ 739495 w 1402767"/>
                <a:gd name="connsiteY5" fmla="*/ 318356 h 501088"/>
                <a:gd name="connsiteX6" fmla="*/ 0 w 1402767"/>
                <a:gd name="connsiteY6" fmla="*/ 364529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6933 h 501088"/>
                <a:gd name="connsiteX1" fmla="*/ 149435 w 1401413"/>
                <a:gd name="connsiteY1" fmla="*/ 45672 h 501088"/>
                <a:gd name="connsiteX2" fmla="*/ 767453 w 1401413"/>
                <a:gd name="connsiteY2" fmla="*/ 11526 h 501088"/>
                <a:gd name="connsiteX3" fmla="*/ 1308981 w 1401413"/>
                <a:gd name="connsiteY3" fmla="*/ 137642 h 501088"/>
                <a:gd name="connsiteX4" fmla="*/ 1401413 w 1401413"/>
                <a:gd name="connsiteY4" fmla="*/ 501088 h 501088"/>
                <a:gd name="connsiteX5" fmla="*/ 738141 w 1401413"/>
                <a:gd name="connsiteY5" fmla="*/ 318356 h 501088"/>
                <a:gd name="connsiteX6" fmla="*/ 0 w 1401413"/>
                <a:gd name="connsiteY6" fmla="*/ 386933 h 501088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5995 h 500150"/>
                <a:gd name="connsiteX1" fmla="*/ 149435 w 1401413"/>
                <a:gd name="connsiteY1" fmla="*/ 44734 h 500150"/>
                <a:gd name="connsiteX2" fmla="*/ 767453 w 1401413"/>
                <a:gd name="connsiteY2" fmla="*/ 10588 h 500150"/>
                <a:gd name="connsiteX3" fmla="*/ 1303687 w 1401413"/>
                <a:gd name="connsiteY3" fmla="*/ 123533 h 500150"/>
                <a:gd name="connsiteX4" fmla="*/ 1401413 w 1401413"/>
                <a:gd name="connsiteY4" fmla="*/ 500150 h 500150"/>
                <a:gd name="connsiteX5" fmla="*/ 738141 w 1401413"/>
                <a:gd name="connsiteY5" fmla="*/ 317418 h 500150"/>
                <a:gd name="connsiteX6" fmla="*/ 0 w 1401413"/>
                <a:gd name="connsiteY6" fmla="*/ 385995 h 500150"/>
                <a:gd name="connsiteX0" fmla="*/ 0 w 1401413"/>
                <a:gd name="connsiteY0" fmla="*/ 387573 h 501728"/>
                <a:gd name="connsiteX1" fmla="*/ 146530 w 1401413"/>
                <a:gd name="connsiteY1" fmla="*/ 42890 h 501728"/>
                <a:gd name="connsiteX2" fmla="*/ 767453 w 1401413"/>
                <a:gd name="connsiteY2" fmla="*/ 12166 h 501728"/>
                <a:gd name="connsiteX3" fmla="*/ 1303687 w 1401413"/>
                <a:gd name="connsiteY3" fmla="*/ 125111 h 501728"/>
                <a:gd name="connsiteX4" fmla="*/ 1401413 w 1401413"/>
                <a:gd name="connsiteY4" fmla="*/ 501728 h 501728"/>
                <a:gd name="connsiteX5" fmla="*/ 738141 w 1401413"/>
                <a:gd name="connsiteY5" fmla="*/ 318996 h 501728"/>
                <a:gd name="connsiteX6" fmla="*/ 0 w 1401413"/>
                <a:gd name="connsiteY6" fmla="*/ 387573 h 501728"/>
                <a:gd name="connsiteX0" fmla="*/ 0 w 1401413"/>
                <a:gd name="connsiteY0" fmla="*/ 383638 h 497793"/>
                <a:gd name="connsiteX1" fmla="*/ 146530 w 1401413"/>
                <a:gd name="connsiteY1" fmla="*/ 38955 h 497793"/>
                <a:gd name="connsiteX2" fmla="*/ 767453 w 1401413"/>
                <a:gd name="connsiteY2" fmla="*/ 8231 h 497793"/>
                <a:gd name="connsiteX3" fmla="*/ 1303687 w 1401413"/>
                <a:gd name="connsiteY3" fmla="*/ 121176 h 497793"/>
                <a:gd name="connsiteX4" fmla="*/ 1401413 w 1401413"/>
                <a:gd name="connsiteY4" fmla="*/ 497793 h 497793"/>
                <a:gd name="connsiteX5" fmla="*/ 738141 w 1401413"/>
                <a:gd name="connsiteY5" fmla="*/ 315061 h 497793"/>
                <a:gd name="connsiteX6" fmla="*/ 0 w 1401413"/>
                <a:gd name="connsiteY6" fmla="*/ 383638 h 497793"/>
                <a:gd name="connsiteX0" fmla="*/ 0 w 1401413"/>
                <a:gd name="connsiteY0" fmla="*/ 385854 h 500009"/>
                <a:gd name="connsiteX1" fmla="*/ 146530 w 1401413"/>
                <a:gd name="connsiteY1" fmla="*/ 41171 h 500009"/>
                <a:gd name="connsiteX2" fmla="*/ 767453 w 1401413"/>
                <a:gd name="connsiteY2" fmla="*/ 10447 h 500009"/>
                <a:gd name="connsiteX3" fmla="*/ 1303687 w 1401413"/>
                <a:gd name="connsiteY3" fmla="*/ 123392 h 500009"/>
                <a:gd name="connsiteX4" fmla="*/ 1401413 w 1401413"/>
                <a:gd name="connsiteY4" fmla="*/ 500009 h 500009"/>
                <a:gd name="connsiteX5" fmla="*/ 738141 w 1401413"/>
                <a:gd name="connsiteY5" fmla="*/ 317277 h 500009"/>
                <a:gd name="connsiteX6" fmla="*/ 0 w 1401413"/>
                <a:gd name="connsiteY6" fmla="*/ 385854 h 500009"/>
                <a:gd name="connsiteX0" fmla="*/ 0 w 1401413"/>
                <a:gd name="connsiteY0" fmla="*/ 388001 h 502156"/>
                <a:gd name="connsiteX1" fmla="*/ 146530 w 1401413"/>
                <a:gd name="connsiteY1" fmla="*/ 43318 h 502156"/>
                <a:gd name="connsiteX2" fmla="*/ 766130 w 1401413"/>
                <a:gd name="connsiteY2" fmla="*/ 9301 h 502156"/>
                <a:gd name="connsiteX3" fmla="*/ 1303687 w 1401413"/>
                <a:gd name="connsiteY3" fmla="*/ 125539 h 502156"/>
                <a:gd name="connsiteX4" fmla="*/ 1401413 w 1401413"/>
                <a:gd name="connsiteY4" fmla="*/ 502156 h 502156"/>
                <a:gd name="connsiteX5" fmla="*/ 738141 w 1401413"/>
                <a:gd name="connsiteY5" fmla="*/ 319424 h 502156"/>
                <a:gd name="connsiteX6" fmla="*/ 0 w 1401413"/>
                <a:gd name="connsiteY6" fmla="*/ 388001 h 502156"/>
                <a:gd name="connsiteX0" fmla="*/ 0 w 1401413"/>
                <a:gd name="connsiteY0" fmla="*/ 389046 h 503201"/>
                <a:gd name="connsiteX1" fmla="*/ 154697 w 1401413"/>
                <a:gd name="connsiteY1" fmla="*/ 41845 h 503201"/>
                <a:gd name="connsiteX2" fmla="*/ 766130 w 1401413"/>
                <a:gd name="connsiteY2" fmla="*/ 10346 h 503201"/>
                <a:gd name="connsiteX3" fmla="*/ 1303687 w 1401413"/>
                <a:gd name="connsiteY3" fmla="*/ 126584 h 503201"/>
                <a:gd name="connsiteX4" fmla="*/ 1401413 w 1401413"/>
                <a:gd name="connsiteY4" fmla="*/ 503201 h 503201"/>
                <a:gd name="connsiteX5" fmla="*/ 738141 w 1401413"/>
                <a:gd name="connsiteY5" fmla="*/ 320469 h 503201"/>
                <a:gd name="connsiteX6" fmla="*/ 0 w 1401413"/>
                <a:gd name="connsiteY6" fmla="*/ 389046 h 503201"/>
                <a:gd name="connsiteX0" fmla="*/ 0 w 1401413"/>
                <a:gd name="connsiteY0" fmla="*/ 389640 h 503795"/>
                <a:gd name="connsiteX1" fmla="*/ 154697 w 1401413"/>
                <a:gd name="connsiteY1" fmla="*/ 42439 h 503795"/>
                <a:gd name="connsiteX2" fmla="*/ 766130 w 1401413"/>
                <a:gd name="connsiteY2" fmla="*/ 10940 h 503795"/>
                <a:gd name="connsiteX3" fmla="*/ 1303687 w 1401413"/>
                <a:gd name="connsiteY3" fmla="*/ 127178 h 503795"/>
                <a:gd name="connsiteX4" fmla="*/ 1401413 w 1401413"/>
                <a:gd name="connsiteY4" fmla="*/ 503795 h 503795"/>
                <a:gd name="connsiteX5" fmla="*/ 738141 w 1401413"/>
                <a:gd name="connsiteY5" fmla="*/ 321063 h 503795"/>
                <a:gd name="connsiteX6" fmla="*/ 0 w 1401413"/>
                <a:gd name="connsiteY6" fmla="*/ 389640 h 503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1413" h="503795">
                  <a:moveTo>
                    <a:pt x="0" y="389640"/>
                  </a:moveTo>
                  <a:lnTo>
                    <a:pt x="154697" y="42439"/>
                  </a:lnTo>
                  <a:cubicBezTo>
                    <a:pt x="473054" y="-12797"/>
                    <a:pt x="574632" y="-3183"/>
                    <a:pt x="766130" y="10940"/>
                  </a:cubicBezTo>
                  <a:cubicBezTo>
                    <a:pt x="957628" y="25063"/>
                    <a:pt x="1125249" y="69677"/>
                    <a:pt x="1303687" y="127178"/>
                  </a:cubicBezTo>
                  <a:lnTo>
                    <a:pt x="1401413" y="503795"/>
                  </a:lnTo>
                  <a:cubicBezTo>
                    <a:pt x="1130194" y="393133"/>
                    <a:pt x="971710" y="340089"/>
                    <a:pt x="738141" y="321063"/>
                  </a:cubicBezTo>
                  <a:cubicBezTo>
                    <a:pt x="504572" y="302037"/>
                    <a:pt x="362650" y="308402"/>
                    <a:pt x="0" y="389640"/>
                  </a:cubicBezTo>
                  <a:close/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4545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8B1B-7A0E-673E-7C68-B239D1CD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B6C762C7-45F5-BEC3-1E47-DFC21BFDCD0A}"/>
              </a:ext>
            </a:extLst>
          </p:cNvPr>
          <p:cNvSpPr/>
          <p:nvPr/>
        </p:nvSpPr>
        <p:spPr>
          <a:xfrm>
            <a:off x="6811617" y="893428"/>
            <a:ext cx="4890053" cy="471031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21B4FFB-2C03-68FE-18D3-67F18B44C902}"/>
              </a:ext>
            </a:extLst>
          </p:cNvPr>
          <p:cNvGrpSpPr/>
          <p:nvPr/>
        </p:nvGrpSpPr>
        <p:grpSpPr>
          <a:xfrm>
            <a:off x="1019175" y="893428"/>
            <a:ext cx="4311665" cy="4710311"/>
            <a:chOff x="2582931" y="946437"/>
            <a:chExt cx="4311665" cy="471031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418A0885-B065-2032-DB15-0C738F822DBC}"/>
                </a:ext>
              </a:extLst>
            </p:cNvPr>
            <p:cNvSpPr/>
            <p:nvPr/>
          </p:nvSpPr>
          <p:spPr>
            <a:xfrm>
              <a:off x="4646769" y="2183924"/>
              <a:ext cx="1912401" cy="1183568"/>
            </a:xfrm>
            <a:custGeom>
              <a:avLst/>
              <a:gdLst>
                <a:gd name="connsiteX0" fmla="*/ -242 w 1912401"/>
                <a:gd name="connsiteY0" fmla="*/ 301984 h 1183568"/>
                <a:gd name="connsiteX1" fmla="*/ 195813 w 1912401"/>
                <a:gd name="connsiteY1" fmla="*/ 426 h 1183568"/>
                <a:gd name="connsiteX2" fmla="*/ 1151930 w 1912401"/>
                <a:gd name="connsiteY2" fmla="*/ 221343 h 1183568"/>
                <a:gd name="connsiteX3" fmla="*/ 1912160 w 1912401"/>
                <a:gd name="connsiteY3" fmla="*/ 843681 h 1183568"/>
                <a:gd name="connsiteX4" fmla="*/ 1799163 w 1912401"/>
                <a:gd name="connsiteY4" fmla="*/ 1183995 h 1183568"/>
                <a:gd name="connsiteX5" fmla="*/ 1030202 w 1912401"/>
                <a:gd name="connsiteY5" fmla="*/ 481702 h 1183568"/>
                <a:gd name="connsiteX6" fmla="*/ -242 w 1912401"/>
                <a:gd name="connsiteY6" fmla="*/ 301984 h 118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2401" h="1183568">
                  <a:moveTo>
                    <a:pt x="-242" y="301984"/>
                  </a:moveTo>
                  <a:lnTo>
                    <a:pt x="195813" y="426"/>
                  </a:lnTo>
                  <a:cubicBezTo>
                    <a:pt x="627976" y="20550"/>
                    <a:pt x="865868" y="80800"/>
                    <a:pt x="1151930" y="221343"/>
                  </a:cubicBezTo>
                  <a:cubicBezTo>
                    <a:pt x="1437992" y="361887"/>
                    <a:pt x="1713746" y="583065"/>
                    <a:pt x="1912160" y="843681"/>
                  </a:cubicBezTo>
                  <a:lnTo>
                    <a:pt x="1799163" y="1183995"/>
                  </a:lnTo>
                  <a:cubicBezTo>
                    <a:pt x="1559874" y="879358"/>
                    <a:pt x="1330099" y="628698"/>
                    <a:pt x="1030202" y="481702"/>
                  </a:cubicBezTo>
                  <a:cubicBezTo>
                    <a:pt x="730306" y="334698"/>
                    <a:pt x="458950" y="285853"/>
                    <a:pt x="-242" y="301984"/>
                  </a:cubicBezTo>
                  <a:close/>
                </a:path>
              </a:pathLst>
            </a:custGeom>
            <a:solidFill>
              <a:srgbClr val="C00000"/>
            </a:solidFill>
            <a:ln w="881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61FD82D-981F-6986-DA6F-35EBC7604323}"/>
                </a:ext>
              </a:extLst>
            </p:cNvPr>
            <p:cNvSpPr/>
            <p:nvPr/>
          </p:nvSpPr>
          <p:spPr>
            <a:xfrm>
              <a:off x="4950795" y="1753524"/>
              <a:ext cx="1751208" cy="1112058"/>
            </a:xfrm>
            <a:custGeom>
              <a:avLst/>
              <a:gdLst>
                <a:gd name="connsiteX0" fmla="*/ -242 w 1751208"/>
                <a:gd name="connsiteY0" fmla="*/ 293881 h 1112058"/>
                <a:gd name="connsiteX1" fmla="*/ 203647 w 1751208"/>
                <a:gd name="connsiteY1" fmla="*/ 426 h 1112058"/>
                <a:gd name="connsiteX2" fmla="*/ 1080604 w 1751208"/>
                <a:gd name="connsiteY2" fmla="*/ 230585 h 1112058"/>
                <a:gd name="connsiteX3" fmla="*/ 1750966 w 1751208"/>
                <a:gd name="connsiteY3" fmla="*/ 759380 h 1112058"/>
                <a:gd name="connsiteX4" fmla="*/ 1654087 w 1751208"/>
                <a:gd name="connsiteY4" fmla="*/ 1112485 h 1112058"/>
                <a:gd name="connsiteX5" fmla="*/ 950118 w 1751208"/>
                <a:gd name="connsiteY5" fmla="*/ 497586 h 1112058"/>
                <a:gd name="connsiteX6" fmla="*/ -242 w 1751208"/>
                <a:gd name="connsiteY6" fmla="*/ 293881 h 1112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1208" h="1112058">
                  <a:moveTo>
                    <a:pt x="-242" y="293881"/>
                  </a:moveTo>
                  <a:lnTo>
                    <a:pt x="203647" y="426"/>
                  </a:lnTo>
                  <a:cubicBezTo>
                    <a:pt x="647850" y="56258"/>
                    <a:pt x="822723" y="104092"/>
                    <a:pt x="1080604" y="230585"/>
                  </a:cubicBezTo>
                  <a:cubicBezTo>
                    <a:pt x="1338497" y="357078"/>
                    <a:pt x="1609570" y="594812"/>
                    <a:pt x="1750966" y="759380"/>
                  </a:cubicBezTo>
                  <a:lnTo>
                    <a:pt x="1654087" y="1112485"/>
                  </a:lnTo>
                  <a:cubicBezTo>
                    <a:pt x="1514870" y="923346"/>
                    <a:pt x="1225834" y="634020"/>
                    <a:pt x="950118" y="497586"/>
                  </a:cubicBezTo>
                  <a:cubicBezTo>
                    <a:pt x="674391" y="361151"/>
                    <a:pt x="489016" y="311018"/>
                    <a:pt x="-242" y="293881"/>
                  </a:cubicBezTo>
                  <a:close/>
                </a:path>
              </a:pathLst>
            </a:custGeom>
            <a:solidFill>
              <a:srgbClr val="FFC000"/>
            </a:solidFill>
            <a:ln w="8811" cap="flat">
              <a:solidFill>
                <a:srgbClr val="FFC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6E50A22-8D81-FCC1-4EFE-8EC1E9EEE332}"/>
                </a:ext>
              </a:extLst>
            </p:cNvPr>
            <p:cNvSpPr/>
            <p:nvPr/>
          </p:nvSpPr>
          <p:spPr>
            <a:xfrm>
              <a:off x="5284745" y="1339524"/>
              <a:ext cx="1534652" cy="998456"/>
            </a:xfrm>
            <a:custGeom>
              <a:avLst/>
              <a:gdLst>
                <a:gd name="connsiteX0" fmla="*/ -242 w 1534652"/>
                <a:gd name="connsiteY0" fmla="*/ 277305 h 998456"/>
                <a:gd name="connsiteX1" fmla="*/ 228725 w 1534652"/>
                <a:gd name="connsiteY1" fmla="*/ 426 h 998456"/>
                <a:gd name="connsiteX2" fmla="*/ 966017 w 1534652"/>
                <a:gd name="connsiteY2" fmla="*/ 220284 h 998456"/>
                <a:gd name="connsiteX3" fmla="*/ 1534410 w 1534652"/>
                <a:gd name="connsiteY3" fmla="*/ 650479 h 998456"/>
                <a:gd name="connsiteX4" fmla="*/ 1455211 w 1534652"/>
                <a:gd name="connsiteY4" fmla="*/ 998883 h 998456"/>
                <a:gd name="connsiteX5" fmla="*/ 826993 w 1534652"/>
                <a:gd name="connsiteY5" fmla="*/ 480263 h 998456"/>
                <a:gd name="connsiteX6" fmla="*/ -242 w 1534652"/>
                <a:gd name="connsiteY6" fmla="*/ 277305 h 998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4652" h="998456">
                  <a:moveTo>
                    <a:pt x="-242" y="277305"/>
                  </a:moveTo>
                  <a:lnTo>
                    <a:pt x="228725" y="426"/>
                  </a:lnTo>
                  <a:cubicBezTo>
                    <a:pt x="598346" y="64118"/>
                    <a:pt x="748409" y="111942"/>
                    <a:pt x="966017" y="220284"/>
                  </a:cubicBezTo>
                  <a:cubicBezTo>
                    <a:pt x="1183638" y="328626"/>
                    <a:pt x="1287121" y="422442"/>
                    <a:pt x="1534410" y="650479"/>
                  </a:cubicBezTo>
                  <a:lnTo>
                    <a:pt x="1455211" y="998883"/>
                  </a:lnTo>
                  <a:cubicBezTo>
                    <a:pt x="1171880" y="708037"/>
                    <a:pt x="1069564" y="600526"/>
                    <a:pt x="826993" y="480263"/>
                  </a:cubicBezTo>
                  <a:cubicBezTo>
                    <a:pt x="584409" y="360000"/>
                    <a:pt x="446872" y="322906"/>
                    <a:pt x="-242" y="277305"/>
                  </a:cubicBezTo>
                  <a:close/>
                </a:path>
              </a:pathLst>
            </a:custGeom>
            <a:solidFill>
              <a:srgbClr val="00B050"/>
            </a:solidFill>
            <a:ln w="8811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BAB0CA5C-C671-EEF5-9567-5C9220E77BBC}"/>
                </a:ext>
              </a:extLst>
            </p:cNvPr>
            <p:cNvSpPr/>
            <p:nvPr/>
          </p:nvSpPr>
          <p:spPr>
            <a:xfrm>
              <a:off x="5656430" y="946437"/>
              <a:ext cx="1238166" cy="844195"/>
            </a:xfrm>
            <a:custGeom>
              <a:avLst/>
              <a:gdLst>
                <a:gd name="connsiteX0" fmla="*/ -242 w 1238166"/>
                <a:gd name="connsiteY0" fmla="*/ 251223 h 844195"/>
                <a:gd name="connsiteX1" fmla="*/ 257856 w 1238166"/>
                <a:gd name="connsiteY1" fmla="*/ 426 h 844195"/>
                <a:gd name="connsiteX2" fmla="*/ 806338 w 1238166"/>
                <a:gd name="connsiteY2" fmla="*/ 187849 h 844195"/>
                <a:gd name="connsiteX3" fmla="*/ 1237924 w 1238166"/>
                <a:gd name="connsiteY3" fmla="*/ 479157 h 844195"/>
                <a:gd name="connsiteX4" fmla="*/ 1191344 w 1238166"/>
                <a:gd name="connsiteY4" fmla="*/ 844621 h 844195"/>
                <a:gd name="connsiteX5" fmla="*/ 672647 w 1238166"/>
                <a:gd name="connsiteY5" fmla="*/ 450630 h 844195"/>
                <a:gd name="connsiteX6" fmla="*/ -242 w 1238166"/>
                <a:gd name="connsiteY6" fmla="*/ 251223 h 84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166" h="844195">
                  <a:moveTo>
                    <a:pt x="-242" y="251223"/>
                  </a:moveTo>
                  <a:lnTo>
                    <a:pt x="257856" y="426"/>
                  </a:lnTo>
                  <a:cubicBezTo>
                    <a:pt x="557099" y="63872"/>
                    <a:pt x="642991" y="108061"/>
                    <a:pt x="806338" y="187849"/>
                  </a:cubicBezTo>
                  <a:cubicBezTo>
                    <a:pt x="969684" y="267638"/>
                    <a:pt x="1101311" y="365830"/>
                    <a:pt x="1237924" y="479157"/>
                  </a:cubicBezTo>
                  <a:lnTo>
                    <a:pt x="1191344" y="844621"/>
                  </a:lnTo>
                  <a:cubicBezTo>
                    <a:pt x="991878" y="651919"/>
                    <a:pt x="871253" y="549530"/>
                    <a:pt x="672647" y="450630"/>
                  </a:cubicBezTo>
                  <a:cubicBezTo>
                    <a:pt x="474054" y="351731"/>
                    <a:pt x="347069" y="307395"/>
                    <a:pt x="-242" y="251223"/>
                  </a:cubicBezTo>
                  <a:close/>
                </a:path>
              </a:pathLst>
            </a:custGeom>
            <a:solidFill>
              <a:srgbClr val="0070C0"/>
            </a:solidFill>
            <a:ln w="8811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9E1B15A6-978F-5A88-69E9-BF8E48C735B4}"/>
                </a:ext>
              </a:extLst>
            </p:cNvPr>
            <p:cNvSpPr/>
            <p:nvPr/>
          </p:nvSpPr>
          <p:spPr>
            <a:xfrm>
              <a:off x="3526692" y="3900000"/>
              <a:ext cx="995605" cy="1086804"/>
            </a:xfrm>
            <a:custGeom>
              <a:avLst/>
              <a:gdLst>
                <a:gd name="connsiteX0" fmla="*/ 995363 w 995605"/>
                <a:gd name="connsiteY0" fmla="*/ 957104 h 1086804"/>
                <a:gd name="connsiteX1" fmla="*/ 806630 w 995605"/>
                <a:gd name="connsiteY1" fmla="*/ 1087230 h 1086804"/>
                <a:gd name="connsiteX2" fmla="*/ 296767 w 995605"/>
                <a:gd name="connsiteY2" fmla="*/ 724898 h 1086804"/>
                <a:gd name="connsiteX3" fmla="*/ -242 w 995605"/>
                <a:gd name="connsiteY3" fmla="*/ 173551 h 1086804"/>
                <a:gd name="connsiteX4" fmla="*/ 148947 w 995605"/>
                <a:gd name="connsiteY4" fmla="*/ 426 h 1086804"/>
                <a:gd name="connsiteX5" fmla="*/ 431689 w 995605"/>
                <a:gd name="connsiteY5" fmla="*/ 601004 h 1086804"/>
                <a:gd name="connsiteX6" fmla="*/ 995363 w 995605"/>
                <a:gd name="connsiteY6" fmla="*/ 957104 h 1086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95605" h="1086804">
                  <a:moveTo>
                    <a:pt x="995363" y="957104"/>
                  </a:moveTo>
                  <a:lnTo>
                    <a:pt x="806630" y="1087230"/>
                  </a:lnTo>
                  <a:cubicBezTo>
                    <a:pt x="556827" y="970441"/>
                    <a:pt x="431240" y="877171"/>
                    <a:pt x="296767" y="724898"/>
                  </a:cubicBezTo>
                  <a:cubicBezTo>
                    <a:pt x="162282" y="572612"/>
                    <a:pt x="53452" y="375313"/>
                    <a:pt x="-242" y="173551"/>
                  </a:cubicBezTo>
                  <a:lnTo>
                    <a:pt x="148947" y="426"/>
                  </a:lnTo>
                  <a:cubicBezTo>
                    <a:pt x="216030" y="238057"/>
                    <a:pt x="290626" y="441562"/>
                    <a:pt x="431689" y="601004"/>
                  </a:cubicBezTo>
                  <a:cubicBezTo>
                    <a:pt x="572751" y="760459"/>
                    <a:pt x="720828" y="855127"/>
                    <a:pt x="995363" y="957104"/>
                  </a:cubicBezTo>
                  <a:close/>
                </a:path>
              </a:pathLst>
            </a:custGeom>
            <a:solidFill>
              <a:srgbClr val="C00000"/>
            </a:solidFill>
            <a:ln w="881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D72A0C19-A68F-57A2-D416-EBD256E273BD}"/>
                </a:ext>
              </a:extLst>
            </p:cNvPr>
            <p:cNvSpPr/>
            <p:nvPr/>
          </p:nvSpPr>
          <p:spPr>
            <a:xfrm>
              <a:off x="3317603" y="4157201"/>
              <a:ext cx="919093" cy="1007538"/>
            </a:xfrm>
            <a:custGeom>
              <a:avLst/>
              <a:gdLst>
                <a:gd name="connsiteX0" fmla="*/ 918852 w 919093"/>
                <a:gd name="connsiteY0" fmla="*/ 884520 h 1007538"/>
                <a:gd name="connsiteX1" fmla="*/ 727464 w 919093"/>
                <a:gd name="connsiteY1" fmla="*/ 1007964 h 1007538"/>
                <a:gd name="connsiteX2" fmla="*/ 266490 w 919093"/>
                <a:gd name="connsiteY2" fmla="*/ 659405 h 1007538"/>
                <a:gd name="connsiteX3" fmla="*/ -242 w 919093"/>
                <a:gd name="connsiteY3" fmla="*/ 185003 h 1007538"/>
                <a:gd name="connsiteX4" fmla="*/ 142552 w 919093"/>
                <a:gd name="connsiteY4" fmla="*/ 426 h 1007538"/>
                <a:gd name="connsiteX5" fmla="*/ 408194 w 919093"/>
                <a:gd name="connsiteY5" fmla="*/ 533729 h 1007538"/>
                <a:gd name="connsiteX6" fmla="*/ 918852 w 919093"/>
                <a:gd name="connsiteY6" fmla="*/ 884520 h 1007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9093" h="1007538">
                  <a:moveTo>
                    <a:pt x="918852" y="884520"/>
                  </a:moveTo>
                  <a:lnTo>
                    <a:pt x="727464" y="1007964"/>
                  </a:lnTo>
                  <a:cubicBezTo>
                    <a:pt x="479226" y="867207"/>
                    <a:pt x="387782" y="796572"/>
                    <a:pt x="266490" y="659405"/>
                  </a:cubicBezTo>
                  <a:cubicBezTo>
                    <a:pt x="145211" y="522252"/>
                    <a:pt x="43151" y="316322"/>
                    <a:pt x="-242" y="185003"/>
                  </a:cubicBezTo>
                  <a:lnTo>
                    <a:pt x="142552" y="426"/>
                  </a:lnTo>
                  <a:cubicBezTo>
                    <a:pt x="178695" y="145697"/>
                    <a:pt x="278812" y="386380"/>
                    <a:pt x="408194" y="533729"/>
                  </a:cubicBezTo>
                  <a:cubicBezTo>
                    <a:pt x="537590" y="681078"/>
                    <a:pt x="634674" y="755637"/>
                    <a:pt x="918852" y="884520"/>
                  </a:cubicBezTo>
                  <a:close/>
                </a:path>
              </a:pathLst>
            </a:custGeom>
            <a:solidFill>
              <a:srgbClr val="FFC000"/>
            </a:solidFill>
            <a:ln w="8811" cap="flat">
              <a:solidFill>
                <a:srgbClr val="FFC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D82C11FF-BDAB-CBD6-2DA8-C579AB3B0623}"/>
                </a:ext>
              </a:extLst>
            </p:cNvPr>
            <p:cNvSpPr/>
            <p:nvPr/>
          </p:nvSpPr>
          <p:spPr>
            <a:xfrm>
              <a:off x="3121510" y="4435355"/>
              <a:ext cx="813879" cy="886209"/>
            </a:xfrm>
            <a:custGeom>
              <a:avLst/>
              <a:gdLst>
                <a:gd name="connsiteX0" fmla="*/ 813638 w 813879"/>
                <a:gd name="connsiteY0" fmla="*/ 779041 h 886209"/>
                <a:gd name="connsiteX1" fmla="*/ 611493 w 813879"/>
                <a:gd name="connsiteY1" fmla="*/ 886636 h 886209"/>
                <a:gd name="connsiteX2" fmla="*/ 230335 w 813879"/>
                <a:gd name="connsiteY2" fmla="*/ 578049 h 886209"/>
                <a:gd name="connsiteX3" fmla="*/ -242 w 813879"/>
                <a:gd name="connsiteY3" fmla="*/ 186516 h 886209"/>
                <a:gd name="connsiteX4" fmla="*/ 130993 w 813879"/>
                <a:gd name="connsiteY4" fmla="*/ 426 h 886209"/>
                <a:gd name="connsiteX5" fmla="*/ 375367 w 813879"/>
                <a:gd name="connsiteY5" fmla="*/ 458593 h 886209"/>
                <a:gd name="connsiteX6" fmla="*/ 813638 w 813879"/>
                <a:gd name="connsiteY6" fmla="*/ 779041 h 886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3879" h="886209">
                  <a:moveTo>
                    <a:pt x="813638" y="779041"/>
                  </a:moveTo>
                  <a:lnTo>
                    <a:pt x="611493" y="886636"/>
                  </a:lnTo>
                  <a:cubicBezTo>
                    <a:pt x="409124" y="759357"/>
                    <a:pt x="332292" y="694736"/>
                    <a:pt x="230335" y="578049"/>
                  </a:cubicBezTo>
                  <a:cubicBezTo>
                    <a:pt x="128378" y="461363"/>
                    <a:pt x="90154" y="380956"/>
                    <a:pt x="-242" y="186516"/>
                  </a:cubicBezTo>
                  <a:lnTo>
                    <a:pt x="130993" y="426"/>
                  </a:lnTo>
                  <a:cubicBezTo>
                    <a:pt x="227384" y="240622"/>
                    <a:pt x="261594" y="328826"/>
                    <a:pt x="375367" y="458593"/>
                  </a:cubicBezTo>
                  <a:cubicBezTo>
                    <a:pt x="489137" y="588360"/>
                    <a:pt x="561194" y="643619"/>
                    <a:pt x="813638" y="779041"/>
                  </a:cubicBezTo>
                  <a:close/>
                </a:path>
              </a:pathLst>
            </a:custGeom>
            <a:solidFill>
              <a:srgbClr val="00B050"/>
            </a:solidFill>
            <a:ln w="8811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34C9257B-44BD-99AD-707C-3570AD18D8A6}"/>
                </a:ext>
              </a:extLst>
            </p:cNvPr>
            <p:cNvSpPr/>
            <p:nvPr/>
          </p:nvSpPr>
          <p:spPr>
            <a:xfrm>
              <a:off x="2940220" y="4731746"/>
              <a:ext cx="674387" cy="724164"/>
            </a:xfrm>
            <a:custGeom>
              <a:avLst/>
              <a:gdLst>
                <a:gd name="connsiteX0" fmla="*/ 674146 w 674387"/>
                <a:gd name="connsiteY0" fmla="*/ 639451 h 724164"/>
                <a:gd name="connsiteX1" fmla="*/ 461174 w 674387"/>
                <a:gd name="connsiteY1" fmla="*/ 724591 h 724164"/>
                <a:gd name="connsiteX2" fmla="*/ 183413 w 674387"/>
                <a:gd name="connsiteY2" fmla="*/ 480971 h 724164"/>
                <a:gd name="connsiteX3" fmla="*/ -242 w 674387"/>
                <a:gd name="connsiteY3" fmla="*/ 204509 h 724164"/>
                <a:gd name="connsiteX4" fmla="*/ 115905 w 674387"/>
                <a:gd name="connsiteY4" fmla="*/ 426 h 724164"/>
                <a:gd name="connsiteX5" fmla="*/ 325975 w 674387"/>
                <a:gd name="connsiteY5" fmla="*/ 358565 h 724164"/>
                <a:gd name="connsiteX6" fmla="*/ 674146 w 674387"/>
                <a:gd name="connsiteY6" fmla="*/ 639451 h 724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4387" h="724164">
                  <a:moveTo>
                    <a:pt x="674146" y="639451"/>
                  </a:moveTo>
                  <a:lnTo>
                    <a:pt x="461174" y="724591"/>
                  </a:lnTo>
                  <a:cubicBezTo>
                    <a:pt x="300215" y="614547"/>
                    <a:pt x="260315" y="567649"/>
                    <a:pt x="183413" y="480971"/>
                  </a:cubicBezTo>
                  <a:cubicBezTo>
                    <a:pt x="106510" y="394293"/>
                    <a:pt x="52764" y="304460"/>
                    <a:pt x="-242" y="204509"/>
                  </a:cubicBezTo>
                  <a:lnTo>
                    <a:pt x="115905" y="426"/>
                  </a:lnTo>
                  <a:cubicBezTo>
                    <a:pt x="186686" y="162420"/>
                    <a:pt x="232935" y="252061"/>
                    <a:pt x="325975" y="358565"/>
                  </a:cubicBezTo>
                  <a:cubicBezTo>
                    <a:pt x="419016" y="465069"/>
                    <a:pt x="483089" y="522021"/>
                    <a:pt x="674146" y="639451"/>
                  </a:cubicBezTo>
                  <a:close/>
                </a:path>
              </a:pathLst>
            </a:custGeom>
            <a:solidFill>
              <a:srgbClr val="0070C0"/>
            </a:solidFill>
            <a:ln w="8811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7B25D5B-2575-5B09-8F32-F10BD64D0ACF}"/>
                </a:ext>
              </a:extLst>
            </p:cNvPr>
            <p:cNvSpPr/>
            <p:nvPr/>
          </p:nvSpPr>
          <p:spPr>
            <a:xfrm>
              <a:off x="4571366" y="4403923"/>
              <a:ext cx="987299" cy="612971"/>
            </a:xfrm>
            <a:custGeom>
              <a:avLst/>
              <a:gdLst>
                <a:gd name="connsiteX0" fmla="*/ 925155 w 987299"/>
                <a:gd name="connsiteY0" fmla="*/ 426 h 612971"/>
                <a:gd name="connsiteX1" fmla="*/ 987057 w 987299"/>
                <a:gd name="connsiteY1" fmla="*/ 175283 h 612971"/>
                <a:gd name="connsiteX2" fmla="*/ 596718 w 987299"/>
                <a:gd name="connsiteY2" fmla="*/ 497399 h 612971"/>
                <a:gd name="connsiteX3" fmla="*/ 103561 w 987299"/>
                <a:gd name="connsiteY3" fmla="*/ 613393 h 612971"/>
                <a:gd name="connsiteX4" fmla="*/ -242 w 987299"/>
                <a:gd name="connsiteY4" fmla="*/ 460375 h 612971"/>
                <a:gd name="connsiteX5" fmla="*/ 528366 w 987299"/>
                <a:gd name="connsiteY5" fmla="*/ 365887 h 612971"/>
                <a:gd name="connsiteX6" fmla="*/ 925155 w 987299"/>
                <a:gd name="connsiteY6" fmla="*/ 426 h 612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87299" h="612971">
                  <a:moveTo>
                    <a:pt x="925155" y="426"/>
                  </a:moveTo>
                  <a:lnTo>
                    <a:pt x="987057" y="175283"/>
                  </a:lnTo>
                  <a:cubicBezTo>
                    <a:pt x="843251" y="345882"/>
                    <a:pt x="743973" y="424378"/>
                    <a:pt x="596718" y="497399"/>
                  </a:cubicBezTo>
                  <a:cubicBezTo>
                    <a:pt x="449474" y="570406"/>
                    <a:pt x="272460" y="613918"/>
                    <a:pt x="103561" y="613393"/>
                  </a:cubicBezTo>
                  <a:lnTo>
                    <a:pt x="-242" y="460375"/>
                  </a:lnTo>
                  <a:cubicBezTo>
                    <a:pt x="199480" y="457977"/>
                    <a:pt x="374135" y="442550"/>
                    <a:pt x="528366" y="365887"/>
                  </a:cubicBezTo>
                  <a:cubicBezTo>
                    <a:pt x="682596" y="289225"/>
                    <a:pt x="787708" y="193467"/>
                    <a:pt x="925155" y="426"/>
                  </a:cubicBezTo>
                  <a:close/>
                </a:path>
              </a:pathLst>
            </a:custGeom>
            <a:solidFill>
              <a:srgbClr val="C00000"/>
            </a:solidFill>
            <a:ln w="881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9FB15FCD-8271-3863-23D9-E508D35CF78D}"/>
                </a:ext>
              </a:extLst>
            </p:cNvPr>
            <p:cNvSpPr/>
            <p:nvPr/>
          </p:nvSpPr>
          <p:spPr>
            <a:xfrm>
              <a:off x="4726891" y="4665946"/>
              <a:ext cx="910062" cy="570877"/>
            </a:xfrm>
            <a:custGeom>
              <a:avLst/>
              <a:gdLst>
                <a:gd name="connsiteX0" fmla="*/ 853700 w 910062"/>
                <a:gd name="connsiteY0" fmla="*/ 426 h 570877"/>
                <a:gd name="connsiteX1" fmla="*/ 909820 w 910062"/>
                <a:gd name="connsiteY1" fmla="*/ 175949 h 570877"/>
                <a:gd name="connsiteX2" fmla="*/ 540546 w 910062"/>
                <a:gd name="connsiteY2" fmla="*/ 462748 h 570877"/>
                <a:gd name="connsiteX3" fmla="*/ 113857 w 910062"/>
                <a:gd name="connsiteY3" fmla="*/ 571304 h 570877"/>
                <a:gd name="connsiteX4" fmla="*/ -242 w 910062"/>
                <a:gd name="connsiteY4" fmla="*/ 420864 h 570877"/>
                <a:gd name="connsiteX5" fmla="*/ 472220 w 910062"/>
                <a:gd name="connsiteY5" fmla="*/ 325568 h 570877"/>
                <a:gd name="connsiteX6" fmla="*/ 853700 w 910062"/>
                <a:gd name="connsiteY6" fmla="*/ 426 h 570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0062" h="570877">
                  <a:moveTo>
                    <a:pt x="853700" y="426"/>
                  </a:moveTo>
                  <a:lnTo>
                    <a:pt x="909820" y="175949"/>
                  </a:lnTo>
                  <a:cubicBezTo>
                    <a:pt x="747627" y="340278"/>
                    <a:pt x="673198" y="396857"/>
                    <a:pt x="540546" y="462748"/>
                  </a:cubicBezTo>
                  <a:cubicBezTo>
                    <a:pt x="407882" y="528638"/>
                    <a:pt x="225559" y="565033"/>
                    <a:pt x="113857" y="571304"/>
                  </a:cubicBezTo>
                  <a:lnTo>
                    <a:pt x="-242" y="420864"/>
                  </a:lnTo>
                  <a:cubicBezTo>
                    <a:pt x="120832" y="423211"/>
                    <a:pt x="329888" y="395652"/>
                    <a:pt x="472220" y="325568"/>
                  </a:cubicBezTo>
                  <a:cubicBezTo>
                    <a:pt x="614540" y="255497"/>
                    <a:pt x="693213" y="195340"/>
                    <a:pt x="853700" y="426"/>
                  </a:cubicBezTo>
                  <a:close/>
                </a:path>
              </a:pathLst>
            </a:custGeom>
            <a:solidFill>
              <a:srgbClr val="FFC000"/>
            </a:solidFill>
            <a:ln w="8811" cap="flat">
              <a:solidFill>
                <a:srgbClr val="FFC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AE889D44-4E0D-B369-1297-E1387223906F}"/>
                </a:ext>
              </a:extLst>
            </p:cNvPr>
            <p:cNvSpPr/>
            <p:nvPr/>
          </p:nvSpPr>
          <p:spPr>
            <a:xfrm>
              <a:off x="4900419" y="4937727"/>
              <a:ext cx="793321" cy="511181"/>
            </a:xfrm>
            <a:custGeom>
              <a:avLst/>
              <a:gdLst>
                <a:gd name="connsiteX0" fmla="*/ 751602 w 793321"/>
                <a:gd name="connsiteY0" fmla="*/ 426 h 511181"/>
                <a:gd name="connsiteX1" fmla="*/ 793080 w 793321"/>
                <a:gd name="connsiteY1" fmla="*/ 181015 h 511181"/>
                <a:gd name="connsiteX2" fmla="*/ 471835 w 793321"/>
                <a:gd name="connsiteY2" fmla="*/ 413875 h 511181"/>
                <a:gd name="connsiteX3" fmla="*/ 117486 w 793321"/>
                <a:gd name="connsiteY3" fmla="*/ 511608 h 511181"/>
                <a:gd name="connsiteX4" fmla="*/ -242 w 793321"/>
                <a:gd name="connsiteY4" fmla="*/ 369889 h 511181"/>
                <a:gd name="connsiteX5" fmla="*/ 409061 w 793321"/>
                <a:gd name="connsiteY5" fmla="*/ 275400 h 511181"/>
                <a:gd name="connsiteX6" fmla="*/ 751602 w 793321"/>
                <a:gd name="connsiteY6" fmla="*/ 426 h 511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3321" h="511181">
                  <a:moveTo>
                    <a:pt x="751602" y="426"/>
                  </a:moveTo>
                  <a:lnTo>
                    <a:pt x="793080" y="181015"/>
                  </a:lnTo>
                  <a:cubicBezTo>
                    <a:pt x="651068" y="312347"/>
                    <a:pt x="584434" y="358770"/>
                    <a:pt x="471835" y="413875"/>
                  </a:cubicBezTo>
                  <a:cubicBezTo>
                    <a:pt x="359223" y="468980"/>
                    <a:pt x="288371" y="481907"/>
                    <a:pt x="117486" y="511608"/>
                  </a:cubicBezTo>
                  <a:lnTo>
                    <a:pt x="-242" y="369889"/>
                  </a:lnTo>
                  <a:cubicBezTo>
                    <a:pt x="207660" y="345138"/>
                    <a:pt x="283743" y="336982"/>
                    <a:pt x="409061" y="275400"/>
                  </a:cubicBezTo>
                  <a:cubicBezTo>
                    <a:pt x="534366" y="213832"/>
                    <a:pt x="592692" y="169153"/>
                    <a:pt x="751602" y="426"/>
                  </a:cubicBezTo>
                  <a:close/>
                </a:path>
              </a:pathLst>
            </a:custGeom>
            <a:solidFill>
              <a:srgbClr val="00B050"/>
            </a:solidFill>
            <a:ln w="8811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2163B23F-886C-A30A-B11F-97A30F9E1C69}"/>
                </a:ext>
              </a:extLst>
            </p:cNvPr>
            <p:cNvSpPr/>
            <p:nvPr/>
          </p:nvSpPr>
          <p:spPr>
            <a:xfrm>
              <a:off x="5090575" y="5221370"/>
              <a:ext cx="638296" cy="435378"/>
            </a:xfrm>
            <a:custGeom>
              <a:avLst/>
              <a:gdLst>
                <a:gd name="connsiteX0" fmla="*/ 616386 w 638296"/>
                <a:gd name="connsiteY0" fmla="*/ 426 h 435378"/>
                <a:gd name="connsiteX1" fmla="*/ 638054 w 638296"/>
                <a:gd name="connsiteY1" fmla="*/ 184760 h 435378"/>
                <a:gd name="connsiteX2" fmla="*/ 389303 w 638296"/>
                <a:gd name="connsiteY2" fmla="*/ 350498 h 435378"/>
                <a:gd name="connsiteX3" fmla="*/ 134705 w 638296"/>
                <a:gd name="connsiteY3" fmla="*/ 435804 h 435378"/>
                <a:gd name="connsiteX4" fmla="*/ -242 w 638296"/>
                <a:gd name="connsiteY4" fmla="*/ 302087 h 435378"/>
                <a:gd name="connsiteX5" fmla="*/ 323695 w 638296"/>
                <a:gd name="connsiteY5" fmla="*/ 213345 h 435378"/>
                <a:gd name="connsiteX6" fmla="*/ 616386 w 638296"/>
                <a:gd name="connsiteY6" fmla="*/ 426 h 435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8296" h="435378">
                  <a:moveTo>
                    <a:pt x="616386" y="426"/>
                  </a:moveTo>
                  <a:lnTo>
                    <a:pt x="638054" y="184760"/>
                  </a:lnTo>
                  <a:cubicBezTo>
                    <a:pt x="518224" y="287365"/>
                    <a:pt x="473195" y="308666"/>
                    <a:pt x="389303" y="350498"/>
                  </a:cubicBezTo>
                  <a:cubicBezTo>
                    <a:pt x="305411" y="392344"/>
                    <a:pt x="223930" y="415427"/>
                    <a:pt x="134705" y="435804"/>
                  </a:cubicBezTo>
                  <a:lnTo>
                    <a:pt x="-242" y="302087"/>
                  </a:lnTo>
                  <a:cubicBezTo>
                    <a:pt x="141193" y="280889"/>
                    <a:pt x="220930" y="263615"/>
                    <a:pt x="323695" y="213345"/>
                  </a:cubicBezTo>
                  <a:cubicBezTo>
                    <a:pt x="426472" y="163061"/>
                    <a:pt x="484452" y="124987"/>
                    <a:pt x="616386" y="426"/>
                  </a:cubicBezTo>
                  <a:close/>
                </a:path>
              </a:pathLst>
            </a:custGeom>
            <a:solidFill>
              <a:srgbClr val="0070C0"/>
            </a:solidFill>
            <a:ln w="8811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BD4FA6D-5A82-D689-4C78-9209026271B8}"/>
                </a:ext>
              </a:extLst>
            </p:cNvPr>
            <p:cNvSpPr/>
            <p:nvPr/>
          </p:nvSpPr>
          <p:spPr>
            <a:xfrm>
              <a:off x="5350366" y="3525472"/>
              <a:ext cx="336024" cy="814112"/>
            </a:xfrm>
            <a:custGeom>
              <a:avLst/>
              <a:gdLst>
                <a:gd name="connsiteX0" fmla="*/ -242 w 336024"/>
                <a:gd name="connsiteY0" fmla="*/ 13635 h 814112"/>
                <a:gd name="connsiteX1" fmla="*/ 146129 w 336024"/>
                <a:gd name="connsiteY1" fmla="*/ 426 h 814112"/>
                <a:gd name="connsiteX2" fmla="*/ 316771 w 336024"/>
                <a:gd name="connsiteY2" fmla="*/ 363387 h 814112"/>
                <a:gd name="connsiteX3" fmla="*/ 309014 w 336024"/>
                <a:gd name="connsiteY3" fmla="*/ 764845 h 814112"/>
                <a:gd name="connsiteX4" fmla="*/ 171182 w 336024"/>
                <a:gd name="connsiteY4" fmla="*/ 814539 h 814112"/>
                <a:gd name="connsiteX5" fmla="*/ 202403 w 336024"/>
                <a:gd name="connsiteY5" fmla="*/ 390061 h 814112"/>
                <a:gd name="connsiteX6" fmla="*/ -242 w 336024"/>
                <a:gd name="connsiteY6" fmla="*/ 13635 h 814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6024" h="814112">
                  <a:moveTo>
                    <a:pt x="-242" y="13635"/>
                  </a:moveTo>
                  <a:lnTo>
                    <a:pt x="146129" y="426"/>
                  </a:lnTo>
                  <a:cubicBezTo>
                    <a:pt x="248856" y="144325"/>
                    <a:pt x="289615" y="235979"/>
                    <a:pt x="316771" y="363387"/>
                  </a:cubicBezTo>
                  <a:cubicBezTo>
                    <a:pt x="343915" y="490781"/>
                    <a:pt x="342569" y="635258"/>
                    <a:pt x="309014" y="764845"/>
                  </a:cubicBezTo>
                  <a:lnTo>
                    <a:pt x="171182" y="814539"/>
                  </a:lnTo>
                  <a:cubicBezTo>
                    <a:pt x="208557" y="660688"/>
                    <a:pt x="230982" y="523547"/>
                    <a:pt x="202403" y="390061"/>
                  </a:cubicBezTo>
                  <a:cubicBezTo>
                    <a:pt x="173837" y="256575"/>
                    <a:pt x="120960" y="157072"/>
                    <a:pt x="-242" y="13635"/>
                  </a:cubicBezTo>
                  <a:close/>
                </a:path>
              </a:pathLst>
            </a:custGeom>
            <a:solidFill>
              <a:srgbClr val="C00000"/>
            </a:solidFill>
            <a:ln w="881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375B0AB9-3AAD-490C-2111-7FD9371EC4B3}"/>
                </a:ext>
              </a:extLst>
            </p:cNvPr>
            <p:cNvSpPr/>
            <p:nvPr/>
          </p:nvSpPr>
          <p:spPr>
            <a:xfrm>
              <a:off x="5567986" y="3516893"/>
              <a:ext cx="308995" cy="746927"/>
            </a:xfrm>
            <a:custGeom>
              <a:avLst/>
              <a:gdLst>
                <a:gd name="connsiteX0" fmla="*/ -242 w 308995"/>
                <a:gd name="connsiteY0" fmla="*/ 9082 h 746927"/>
                <a:gd name="connsiteX1" fmla="*/ 145514 w 308995"/>
                <a:gd name="connsiteY1" fmla="*/ 426 h 746927"/>
                <a:gd name="connsiteX2" fmla="*/ 293193 w 308995"/>
                <a:gd name="connsiteY2" fmla="*/ 340303 h 746927"/>
                <a:gd name="connsiteX3" fmla="*/ 292769 w 308995"/>
                <a:gd name="connsiteY3" fmla="*/ 689260 h 746927"/>
                <a:gd name="connsiteX4" fmla="*/ 154899 w 308995"/>
                <a:gd name="connsiteY4" fmla="*/ 747353 h 746927"/>
                <a:gd name="connsiteX5" fmla="*/ 174478 w 308995"/>
                <a:gd name="connsiteY5" fmla="*/ 365849 h 746927"/>
                <a:gd name="connsiteX6" fmla="*/ -242 w 308995"/>
                <a:gd name="connsiteY6" fmla="*/ 9082 h 746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995" h="746927">
                  <a:moveTo>
                    <a:pt x="-242" y="9082"/>
                  </a:moveTo>
                  <a:lnTo>
                    <a:pt x="145514" y="426"/>
                  </a:lnTo>
                  <a:cubicBezTo>
                    <a:pt x="239816" y="157239"/>
                    <a:pt x="268639" y="225502"/>
                    <a:pt x="293193" y="340303"/>
                  </a:cubicBezTo>
                  <a:cubicBezTo>
                    <a:pt x="317733" y="455105"/>
                    <a:pt x="309886" y="602249"/>
                    <a:pt x="292769" y="689260"/>
                  </a:cubicBezTo>
                  <a:lnTo>
                    <a:pt x="154899" y="747353"/>
                  </a:lnTo>
                  <a:cubicBezTo>
                    <a:pt x="180452" y="654840"/>
                    <a:pt x="200339" y="488896"/>
                    <a:pt x="174478" y="365849"/>
                  </a:cubicBezTo>
                  <a:cubicBezTo>
                    <a:pt x="148617" y="242802"/>
                    <a:pt x="117883" y="170576"/>
                    <a:pt x="-242" y="9082"/>
                  </a:cubicBezTo>
                  <a:close/>
                </a:path>
              </a:pathLst>
            </a:custGeom>
            <a:solidFill>
              <a:srgbClr val="FFC000"/>
            </a:solidFill>
            <a:ln w="8811" cap="flat">
              <a:solidFill>
                <a:srgbClr val="FFC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1AA9243-318E-9B0C-7391-20DAEE66186A}"/>
                </a:ext>
              </a:extLst>
            </p:cNvPr>
            <p:cNvSpPr/>
            <p:nvPr/>
          </p:nvSpPr>
          <p:spPr>
            <a:xfrm>
              <a:off x="5790633" y="3524036"/>
              <a:ext cx="276803" cy="649861"/>
            </a:xfrm>
            <a:custGeom>
              <a:avLst/>
              <a:gdLst>
                <a:gd name="connsiteX0" fmla="*/ -242 w 276803"/>
                <a:gd name="connsiteY0" fmla="*/ 426 h 649861"/>
                <a:gd name="connsiteX1" fmla="*/ 146526 w 276803"/>
                <a:gd name="connsiteY1" fmla="*/ 4017 h 649861"/>
                <a:gd name="connsiteX2" fmla="*/ 262216 w 276803"/>
                <a:gd name="connsiteY2" fmla="*/ 296419 h 649861"/>
                <a:gd name="connsiteX3" fmla="*/ 267690 w 276803"/>
                <a:gd name="connsiteY3" fmla="*/ 587706 h 649861"/>
                <a:gd name="connsiteX4" fmla="*/ 135808 w 276803"/>
                <a:gd name="connsiteY4" fmla="*/ 650287 h 649861"/>
                <a:gd name="connsiteX5" fmla="*/ 143603 w 276803"/>
                <a:gd name="connsiteY5" fmla="*/ 317438 h 649861"/>
                <a:gd name="connsiteX6" fmla="*/ -242 w 276803"/>
                <a:gd name="connsiteY6" fmla="*/ 426 h 649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803" h="649861">
                  <a:moveTo>
                    <a:pt x="-242" y="426"/>
                  </a:moveTo>
                  <a:lnTo>
                    <a:pt x="146526" y="4017"/>
                  </a:lnTo>
                  <a:cubicBezTo>
                    <a:pt x="219455" y="138849"/>
                    <a:pt x="242022" y="199135"/>
                    <a:pt x="262216" y="296419"/>
                  </a:cubicBezTo>
                  <a:cubicBezTo>
                    <a:pt x="282409" y="393703"/>
                    <a:pt x="278435" y="450642"/>
                    <a:pt x="267690" y="587706"/>
                  </a:cubicBezTo>
                  <a:lnTo>
                    <a:pt x="135808" y="650287"/>
                  </a:lnTo>
                  <a:cubicBezTo>
                    <a:pt x="157604" y="485793"/>
                    <a:pt x="166272" y="425750"/>
                    <a:pt x="143603" y="317438"/>
                  </a:cubicBezTo>
                  <a:cubicBezTo>
                    <a:pt x="120935" y="209125"/>
                    <a:pt x="98087" y="155572"/>
                    <a:pt x="-242" y="426"/>
                  </a:cubicBezTo>
                  <a:close/>
                </a:path>
              </a:pathLst>
            </a:custGeom>
            <a:solidFill>
              <a:srgbClr val="00B050"/>
            </a:solidFill>
            <a:ln w="8811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599D1A56-1377-F315-DC52-C910399939A6}"/>
                </a:ext>
              </a:extLst>
            </p:cNvPr>
            <p:cNvSpPr/>
            <p:nvPr/>
          </p:nvSpPr>
          <p:spPr>
            <a:xfrm>
              <a:off x="6019152" y="3537514"/>
              <a:ext cx="240262" cy="532726"/>
            </a:xfrm>
            <a:custGeom>
              <a:avLst/>
              <a:gdLst>
                <a:gd name="connsiteX0" fmla="*/ -242 w 240262"/>
                <a:gd name="connsiteY0" fmla="*/ 426 h 532726"/>
                <a:gd name="connsiteX1" fmla="*/ 145501 w 240262"/>
                <a:gd name="connsiteY1" fmla="*/ 19970 h 532726"/>
                <a:gd name="connsiteX2" fmla="*/ 223904 w 240262"/>
                <a:gd name="connsiteY2" fmla="*/ 243520 h 532726"/>
                <a:gd name="connsiteX3" fmla="*/ 239406 w 240262"/>
                <a:gd name="connsiteY3" fmla="*/ 455771 h 532726"/>
                <a:gd name="connsiteX4" fmla="*/ 110280 w 240262"/>
                <a:gd name="connsiteY4" fmla="*/ 533152 h 532726"/>
                <a:gd name="connsiteX5" fmla="*/ 105741 w 240262"/>
                <a:gd name="connsiteY5" fmla="*/ 266975 h 532726"/>
                <a:gd name="connsiteX6" fmla="*/ -242 w 240262"/>
                <a:gd name="connsiteY6" fmla="*/ 426 h 532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0262" h="532726">
                  <a:moveTo>
                    <a:pt x="-242" y="426"/>
                  </a:moveTo>
                  <a:lnTo>
                    <a:pt x="145501" y="19970"/>
                  </a:lnTo>
                  <a:cubicBezTo>
                    <a:pt x="200736" y="132129"/>
                    <a:pt x="208249" y="170884"/>
                    <a:pt x="223904" y="243520"/>
                  </a:cubicBezTo>
                  <a:cubicBezTo>
                    <a:pt x="239560" y="316155"/>
                    <a:pt x="241291" y="383251"/>
                    <a:pt x="239406" y="455771"/>
                  </a:cubicBezTo>
                  <a:lnTo>
                    <a:pt x="110280" y="533152"/>
                  </a:lnTo>
                  <a:cubicBezTo>
                    <a:pt x="121768" y="420390"/>
                    <a:pt x="124166" y="355756"/>
                    <a:pt x="105741" y="266975"/>
                  </a:cubicBezTo>
                  <a:cubicBezTo>
                    <a:pt x="87316" y="178194"/>
                    <a:pt x="69469" y="126192"/>
                    <a:pt x="-242" y="426"/>
                  </a:cubicBezTo>
                  <a:close/>
                </a:path>
              </a:pathLst>
            </a:custGeom>
            <a:solidFill>
              <a:srgbClr val="0070C0"/>
            </a:solidFill>
            <a:ln w="8811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D06EDFB-5C84-D46B-116E-3BE610CFEB43}"/>
                </a:ext>
              </a:extLst>
            </p:cNvPr>
            <p:cNvSpPr/>
            <p:nvPr/>
          </p:nvSpPr>
          <p:spPr>
            <a:xfrm>
              <a:off x="4650065" y="3292335"/>
              <a:ext cx="653092" cy="211362"/>
            </a:xfrm>
            <a:custGeom>
              <a:avLst/>
              <a:gdLst>
                <a:gd name="connsiteX0" fmla="*/ -242 w 653092"/>
                <a:gd name="connsiteY0" fmla="*/ 170405 h 211362"/>
                <a:gd name="connsiteX1" fmla="*/ 21272 w 653092"/>
                <a:gd name="connsiteY1" fmla="*/ 54924 h 211362"/>
                <a:gd name="connsiteX2" fmla="*/ 337363 w 653092"/>
                <a:gd name="connsiteY2" fmla="*/ 2165 h 211362"/>
                <a:gd name="connsiteX3" fmla="*/ 644465 w 653092"/>
                <a:gd name="connsiteY3" fmla="*/ 94986 h 211362"/>
                <a:gd name="connsiteX4" fmla="*/ 652850 w 653092"/>
                <a:gd name="connsiteY4" fmla="*/ 211788 h 211362"/>
                <a:gd name="connsiteX5" fmla="*/ 333132 w 653092"/>
                <a:gd name="connsiteY5" fmla="*/ 95923 h 211362"/>
                <a:gd name="connsiteX6" fmla="*/ -242 w 653092"/>
                <a:gd name="connsiteY6" fmla="*/ 170405 h 21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3092" h="211362">
                  <a:moveTo>
                    <a:pt x="-242" y="170405"/>
                  </a:moveTo>
                  <a:lnTo>
                    <a:pt x="21272" y="54924"/>
                  </a:lnTo>
                  <a:cubicBezTo>
                    <a:pt x="154181" y="7013"/>
                    <a:pt x="233495" y="-4516"/>
                    <a:pt x="337363" y="2165"/>
                  </a:cubicBezTo>
                  <a:cubicBezTo>
                    <a:pt x="441218" y="8834"/>
                    <a:pt x="552047" y="41138"/>
                    <a:pt x="644465" y="94986"/>
                  </a:cubicBezTo>
                  <a:lnTo>
                    <a:pt x="652850" y="211788"/>
                  </a:lnTo>
                  <a:cubicBezTo>
                    <a:pt x="542610" y="149758"/>
                    <a:pt x="441987" y="102822"/>
                    <a:pt x="333132" y="95923"/>
                  </a:cubicBezTo>
                  <a:cubicBezTo>
                    <a:pt x="224289" y="89023"/>
                    <a:pt x="136308" y="108182"/>
                    <a:pt x="-242" y="170405"/>
                  </a:cubicBezTo>
                  <a:close/>
                </a:path>
              </a:pathLst>
            </a:custGeom>
            <a:solidFill>
              <a:srgbClr val="C00000"/>
            </a:solidFill>
            <a:ln w="881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811AF323-69B4-4CFE-0EA5-6209FDED99B9}"/>
                </a:ext>
              </a:extLst>
            </p:cNvPr>
            <p:cNvSpPr/>
            <p:nvPr/>
          </p:nvSpPr>
          <p:spPr>
            <a:xfrm>
              <a:off x="4687055" y="3136091"/>
              <a:ext cx="601395" cy="196301"/>
            </a:xfrm>
            <a:custGeom>
              <a:avLst/>
              <a:gdLst>
                <a:gd name="connsiteX0" fmla="*/ -242 w 601395"/>
                <a:gd name="connsiteY0" fmla="*/ 156358 h 196301"/>
                <a:gd name="connsiteX1" fmla="*/ 24645 w 601395"/>
                <a:gd name="connsiteY1" fmla="*/ 42339 h 196301"/>
                <a:gd name="connsiteX2" fmla="*/ 318002 w 601395"/>
                <a:gd name="connsiteY2" fmla="*/ 2250 h 196301"/>
                <a:gd name="connsiteX3" fmla="*/ 586307 w 601395"/>
                <a:gd name="connsiteY3" fmla="*/ 78079 h 196301"/>
                <a:gd name="connsiteX4" fmla="*/ 601154 w 601395"/>
                <a:gd name="connsiteY4" fmla="*/ 196728 h 196301"/>
                <a:gd name="connsiteX5" fmla="*/ 311963 w 601395"/>
                <a:gd name="connsiteY5" fmla="*/ 99124 h 196301"/>
                <a:gd name="connsiteX6" fmla="*/ -242 w 601395"/>
                <a:gd name="connsiteY6" fmla="*/ 156358 h 196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1395" h="196301">
                  <a:moveTo>
                    <a:pt x="-242" y="156358"/>
                  </a:moveTo>
                  <a:lnTo>
                    <a:pt x="24645" y="42339"/>
                  </a:lnTo>
                  <a:cubicBezTo>
                    <a:pt x="165656" y="3712"/>
                    <a:pt x="224392" y="-3700"/>
                    <a:pt x="318002" y="2250"/>
                  </a:cubicBezTo>
                  <a:cubicBezTo>
                    <a:pt x="411613" y="8214"/>
                    <a:pt x="523083" y="46083"/>
                    <a:pt x="586307" y="78079"/>
                  </a:cubicBezTo>
                  <a:lnTo>
                    <a:pt x="601154" y="196728"/>
                  </a:lnTo>
                  <a:cubicBezTo>
                    <a:pt x="535533" y="157050"/>
                    <a:pt x="412190" y="105843"/>
                    <a:pt x="311963" y="99124"/>
                  </a:cubicBezTo>
                  <a:cubicBezTo>
                    <a:pt x="211724" y="92391"/>
                    <a:pt x="149540" y="100419"/>
                    <a:pt x="-242" y="156358"/>
                  </a:cubicBezTo>
                  <a:close/>
                </a:path>
              </a:pathLst>
            </a:custGeom>
            <a:solidFill>
              <a:srgbClr val="FFC000"/>
            </a:solidFill>
            <a:ln w="8811" cap="flat">
              <a:solidFill>
                <a:srgbClr val="FFC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0870A38B-827B-ADBE-AF68-B96C64FDA2D8}"/>
                </a:ext>
              </a:extLst>
            </p:cNvPr>
            <p:cNvSpPr/>
            <p:nvPr/>
          </p:nvSpPr>
          <p:spPr>
            <a:xfrm>
              <a:off x="4734071" y="2980393"/>
              <a:ext cx="529261" cy="175924"/>
            </a:xfrm>
            <a:custGeom>
              <a:avLst/>
              <a:gdLst>
                <a:gd name="connsiteX0" fmla="*/ -242 w 529261"/>
                <a:gd name="connsiteY0" fmla="*/ 140418 h 175924"/>
                <a:gd name="connsiteX1" fmla="*/ 34274 w 529261"/>
                <a:gd name="connsiteY1" fmla="*/ 28271 h 175924"/>
                <a:gd name="connsiteX2" fmla="*/ 284204 w 529261"/>
                <a:gd name="connsiteY2" fmla="*/ 2520 h 175924"/>
                <a:gd name="connsiteX3" fmla="*/ 509415 w 529261"/>
                <a:gd name="connsiteY3" fmla="*/ 61331 h 175924"/>
                <a:gd name="connsiteX4" fmla="*/ 529020 w 529261"/>
                <a:gd name="connsiteY4" fmla="*/ 176351 h 175924"/>
                <a:gd name="connsiteX5" fmla="*/ 274704 w 529261"/>
                <a:gd name="connsiteY5" fmla="*/ 98329 h 175924"/>
                <a:gd name="connsiteX6" fmla="*/ -242 w 529261"/>
                <a:gd name="connsiteY6" fmla="*/ 140418 h 175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9261" h="175924">
                  <a:moveTo>
                    <a:pt x="-242" y="140418"/>
                  </a:moveTo>
                  <a:lnTo>
                    <a:pt x="34274" y="28271"/>
                  </a:lnTo>
                  <a:cubicBezTo>
                    <a:pt x="153758" y="1327"/>
                    <a:pt x="205006" y="-2994"/>
                    <a:pt x="284204" y="2520"/>
                  </a:cubicBezTo>
                  <a:cubicBezTo>
                    <a:pt x="363390" y="8034"/>
                    <a:pt x="406330" y="23411"/>
                    <a:pt x="509415" y="61331"/>
                  </a:cubicBezTo>
                  <a:lnTo>
                    <a:pt x="529020" y="176351"/>
                  </a:lnTo>
                  <a:cubicBezTo>
                    <a:pt x="407215" y="123990"/>
                    <a:pt x="362916" y="104331"/>
                    <a:pt x="274704" y="98329"/>
                  </a:cubicBezTo>
                  <a:cubicBezTo>
                    <a:pt x="186491" y="92340"/>
                    <a:pt x="140359" y="98329"/>
                    <a:pt x="-242" y="140418"/>
                  </a:cubicBezTo>
                  <a:close/>
                </a:path>
              </a:pathLst>
            </a:custGeom>
            <a:solidFill>
              <a:srgbClr val="00B050"/>
            </a:solidFill>
            <a:ln w="8811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21656DED-9E56-2887-F316-2B5CF7EE749B}"/>
                </a:ext>
              </a:extLst>
            </p:cNvPr>
            <p:cNvSpPr/>
            <p:nvPr/>
          </p:nvSpPr>
          <p:spPr>
            <a:xfrm>
              <a:off x="4793884" y="2824971"/>
              <a:ext cx="433651" cy="152732"/>
            </a:xfrm>
            <a:custGeom>
              <a:avLst/>
              <a:gdLst>
                <a:gd name="connsiteX0" fmla="*/ -242 w 433651"/>
                <a:gd name="connsiteY0" fmla="*/ 122932 h 152732"/>
                <a:gd name="connsiteX1" fmla="*/ 46326 w 433651"/>
                <a:gd name="connsiteY1" fmla="*/ 15017 h 152732"/>
                <a:gd name="connsiteX2" fmla="*/ 235226 w 433651"/>
                <a:gd name="connsiteY2" fmla="*/ 3065 h 152732"/>
                <a:gd name="connsiteX3" fmla="*/ 401830 w 433651"/>
                <a:gd name="connsiteY3" fmla="*/ 37062 h 152732"/>
                <a:gd name="connsiteX4" fmla="*/ 433409 w 433651"/>
                <a:gd name="connsiteY4" fmla="*/ 153158 h 152732"/>
                <a:gd name="connsiteX5" fmla="*/ 227700 w 433651"/>
                <a:gd name="connsiteY5" fmla="*/ 99054 h 152732"/>
                <a:gd name="connsiteX6" fmla="*/ -242 w 433651"/>
                <a:gd name="connsiteY6" fmla="*/ 122932 h 152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3651" h="152732">
                  <a:moveTo>
                    <a:pt x="-242" y="122932"/>
                  </a:moveTo>
                  <a:lnTo>
                    <a:pt x="46326" y="15017"/>
                  </a:lnTo>
                  <a:cubicBezTo>
                    <a:pt x="144539" y="-3219"/>
                    <a:pt x="175978" y="-603"/>
                    <a:pt x="235226" y="3065"/>
                  </a:cubicBezTo>
                  <a:cubicBezTo>
                    <a:pt x="294475" y="6733"/>
                    <a:pt x="346453" y="19929"/>
                    <a:pt x="401830" y="37062"/>
                  </a:cubicBezTo>
                  <a:lnTo>
                    <a:pt x="433409" y="153158"/>
                  </a:lnTo>
                  <a:cubicBezTo>
                    <a:pt x="349159" y="119918"/>
                    <a:pt x="299975" y="104093"/>
                    <a:pt x="227700" y="99054"/>
                  </a:cubicBezTo>
                  <a:cubicBezTo>
                    <a:pt x="155425" y="94014"/>
                    <a:pt x="111575" y="96502"/>
                    <a:pt x="-242" y="122932"/>
                  </a:cubicBezTo>
                  <a:close/>
                </a:path>
              </a:pathLst>
            </a:custGeom>
            <a:solidFill>
              <a:srgbClr val="0070C0"/>
            </a:solidFill>
            <a:ln w="8811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9DC42262-F953-7BE7-3242-4B3DD18C5C0F}"/>
                </a:ext>
              </a:extLst>
            </p:cNvPr>
            <p:cNvSpPr/>
            <p:nvPr/>
          </p:nvSpPr>
          <p:spPr>
            <a:xfrm>
              <a:off x="4411197" y="3485205"/>
              <a:ext cx="212570" cy="523043"/>
            </a:xfrm>
            <a:custGeom>
              <a:avLst/>
              <a:gdLst>
                <a:gd name="connsiteX0" fmla="*/ 113307 w 212570"/>
                <a:gd name="connsiteY0" fmla="*/ 523470 h 523043"/>
                <a:gd name="connsiteX1" fmla="*/ 21402 w 212570"/>
                <a:gd name="connsiteY1" fmla="*/ 494552 h 523043"/>
                <a:gd name="connsiteX2" fmla="*/ 10030 w 212570"/>
                <a:gd name="connsiteY2" fmla="*/ 236505 h 523043"/>
                <a:gd name="connsiteX3" fmla="*/ 116359 w 212570"/>
                <a:gd name="connsiteY3" fmla="*/ 426 h 523043"/>
                <a:gd name="connsiteX4" fmla="*/ 212328 w 212570"/>
                <a:gd name="connsiteY4" fmla="*/ 5581 h 523043"/>
                <a:gd name="connsiteX5" fmla="*/ 85984 w 212570"/>
                <a:gd name="connsiteY5" fmla="*/ 249406 h 523043"/>
                <a:gd name="connsiteX6" fmla="*/ 113307 w 212570"/>
                <a:gd name="connsiteY6" fmla="*/ 523470 h 523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570" h="523043">
                  <a:moveTo>
                    <a:pt x="113307" y="523470"/>
                  </a:moveTo>
                  <a:lnTo>
                    <a:pt x="21402" y="494552"/>
                  </a:lnTo>
                  <a:cubicBezTo>
                    <a:pt x="-4331" y="383431"/>
                    <a:pt x="-5792" y="318861"/>
                    <a:pt x="10030" y="236505"/>
                  </a:cubicBezTo>
                  <a:cubicBezTo>
                    <a:pt x="25864" y="154149"/>
                    <a:pt x="63252" y="68830"/>
                    <a:pt x="116359" y="426"/>
                  </a:cubicBezTo>
                  <a:lnTo>
                    <a:pt x="212328" y="5581"/>
                  </a:lnTo>
                  <a:cubicBezTo>
                    <a:pt x="150785" y="87412"/>
                    <a:pt x="102486" y="163087"/>
                    <a:pt x="85984" y="249406"/>
                  </a:cubicBezTo>
                  <a:cubicBezTo>
                    <a:pt x="69483" y="335725"/>
                    <a:pt x="76279" y="408002"/>
                    <a:pt x="113307" y="523470"/>
                  </a:cubicBezTo>
                  <a:close/>
                </a:path>
              </a:pathLst>
            </a:custGeom>
            <a:solidFill>
              <a:srgbClr val="C00000"/>
            </a:solidFill>
            <a:ln w="881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52179FBC-C5FD-B0B1-70B6-D7B9D3F4BBC6}"/>
                </a:ext>
              </a:extLst>
            </p:cNvPr>
            <p:cNvSpPr/>
            <p:nvPr/>
          </p:nvSpPr>
          <p:spPr>
            <a:xfrm>
              <a:off x="4285856" y="3484333"/>
              <a:ext cx="196938" cy="476851"/>
            </a:xfrm>
            <a:custGeom>
              <a:avLst/>
              <a:gdLst>
                <a:gd name="connsiteX0" fmla="*/ 103676 w 196938"/>
                <a:gd name="connsiteY0" fmla="*/ 477277 h 476851"/>
                <a:gd name="connsiteX1" fmla="*/ 13297 w 196938"/>
                <a:gd name="connsiteY1" fmla="*/ 445807 h 476851"/>
                <a:gd name="connsiteX2" fmla="*/ 9976 w 196938"/>
                <a:gd name="connsiteY2" fmla="*/ 207215 h 476851"/>
                <a:gd name="connsiteX3" fmla="*/ 98573 w 196938"/>
                <a:gd name="connsiteY3" fmla="*/ 426 h 476851"/>
                <a:gd name="connsiteX4" fmla="*/ 196696 w 196938"/>
                <a:gd name="connsiteY4" fmla="*/ 605 h 476851"/>
                <a:gd name="connsiteX5" fmla="*/ 88277 w 196938"/>
                <a:gd name="connsiteY5" fmla="*/ 221885 h 476851"/>
                <a:gd name="connsiteX6" fmla="*/ 103676 w 196938"/>
                <a:gd name="connsiteY6" fmla="*/ 477277 h 476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6938" h="476851">
                  <a:moveTo>
                    <a:pt x="103676" y="477277"/>
                  </a:moveTo>
                  <a:lnTo>
                    <a:pt x="13297" y="445807"/>
                  </a:lnTo>
                  <a:cubicBezTo>
                    <a:pt x="-4077" y="329146"/>
                    <a:pt x="-4230" y="281441"/>
                    <a:pt x="9976" y="207215"/>
                  </a:cubicBezTo>
                  <a:cubicBezTo>
                    <a:pt x="24195" y="132989"/>
                    <a:pt x="66198" y="47708"/>
                    <a:pt x="98573" y="426"/>
                  </a:cubicBezTo>
                  <a:lnTo>
                    <a:pt x="196696" y="605"/>
                  </a:lnTo>
                  <a:cubicBezTo>
                    <a:pt x="157821" y="49029"/>
                    <a:pt x="103778" y="142440"/>
                    <a:pt x="88277" y="221885"/>
                  </a:cubicBezTo>
                  <a:cubicBezTo>
                    <a:pt x="72763" y="301331"/>
                    <a:pt x="73084" y="351858"/>
                    <a:pt x="103676" y="477277"/>
                  </a:cubicBezTo>
                  <a:close/>
                </a:path>
              </a:pathLst>
            </a:custGeom>
            <a:solidFill>
              <a:srgbClr val="FFC000"/>
            </a:solidFill>
            <a:ln w="8811" cap="flat">
              <a:solidFill>
                <a:srgbClr val="FFC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0107FB5B-8D4A-1D1B-A422-EE8AD8370B1C}"/>
                </a:ext>
              </a:extLst>
            </p:cNvPr>
            <p:cNvSpPr/>
            <p:nvPr/>
          </p:nvSpPr>
          <p:spPr>
            <a:xfrm>
              <a:off x="4160281" y="3486500"/>
              <a:ext cx="176616" cy="419463"/>
            </a:xfrm>
            <a:custGeom>
              <a:avLst/>
              <a:gdLst>
                <a:gd name="connsiteX0" fmla="*/ 94176 w 176616"/>
                <a:gd name="connsiteY0" fmla="*/ 419890 h 419463"/>
                <a:gd name="connsiteX1" fmla="*/ 6284 w 176616"/>
                <a:gd name="connsiteY1" fmla="*/ 380904 h 419463"/>
                <a:gd name="connsiteX2" fmla="*/ 10297 w 176616"/>
                <a:gd name="connsiteY2" fmla="*/ 178489 h 419463"/>
                <a:gd name="connsiteX3" fmla="*/ 80726 w 176616"/>
                <a:gd name="connsiteY3" fmla="*/ 4414 h 419463"/>
                <a:gd name="connsiteX4" fmla="*/ 176375 w 176616"/>
                <a:gd name="connsiteY4" fmla="*/ 426 h 419463"/>
                <a:gd name="connsiteX5" fmla="*/ 87393 w 176616"/>
                <a:gd name="connsiteY5" fmla="*/ 195801 h 419463"/>
                <a:gd name="connsiteX6" fmla="*/ 94176 w 176616"/>
                <a:gd name="connsiteY6" fmla="*/ 419890 h 41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616" h="419463">
                  <a:moveTo>
                    <a:pt x="94176" y="419890"/>
                  </a:moveTo>
                  <a:lnTo>
                    <a:pt x="6284" y="380904"/>
                  </a:lnTo>
                  <a:cubicBezTo>
                    <a:pt x="-3717" y="282646"/>
                    <a:pt x="-2102" y="241237"/>
                    <a:pt x="10297" y="178489"/>
                  </a:cubicBezTo>
                  <a:cubicBezTo>
                    <a:pt x="22708" y="115740"/>
                    <a:pt x="39530" y="82975"/>
                    <a:pt x="80726" y="4414"/>
                  </a:cubicBezTo>
                  <a:lnTo>
                    <a:pt x="176375" y="426"/>
                  </a:lnTo>
                  <a:cubicBezTo>
                    <a:pt x="121537" y="92477"/>
                    <a:pt x="101099" y="125897"/>
                    <a:pt x="87393" y="195801"/>
                  </a:cubicBezTo>
                  <a:cubicBezTo>
                    <a:pt x="73687" y="265718"/>
                    <a:pt x="73956" y="303203"/>
                    <a:pt x="94176" y="419890"/>
                  </a:cubicBezTo>
                  <a:close/>
                </a:path>
              </a:pathLst>
            </a:custGeom>
            <a:solidFill>
              <a:srgbClr val="00B050"/>
            </a:solidFill>
            <a:ln w="8811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8B9A3268-0D37-46E7-70CF-A1A1DEE2BC73}"/>
                </a:ext>
              </a:extLst>
            </p:cNvPr>
            <p:cNvSpPr/>
            <p:nvPr/>
          </p:nvSpPr>
          <p:spPr>
            <a:xfrm>
              <a:off x="4034677" y="3496772"/>
              <a:ext cx="153170" cy="343596"/>
            </a:xfrm>
            <a:custGeom>
              <a:avLst/>
              <a:gdLst>
                <a:gd name="connsiteX0" fmla="*/ 84948 w 153170"/>
                <a:gd name="connsiteY0" fmla="*/ 344022 h 343596"/>
                <a:gd name="connsiteX1" fmla="*/ 1711 w 153170"/>
                <a:gd name="connsiteY1" fmla="*/ 295842 h 343596"/>
                <a:gd name="connsiteX2" fmla="*/ 10865 w 153170"/>
                <a:gd name="connsiteY2" fmla="*/ 143607 h 343596"/>
                <a:gd name="connsiteX3" fmla="*/ 55215 w 153170"/>
                <a:gd name="connsiteY3" fmla="*/ 13878 h 343596"/>
                <a:gd name="connsiteX4" fmla="*/ 152928 w 153170"/>
                <a:gd name="connsiteY4" fmla="*/ 426 h 343596"/>
                <a:gd name="connsiteX5" fmla="*/ 88295 w 153170"/>
                <a:gd name="connsiteY5" fmla="*/ 159381 h 343596"/>
                <a:gd name="connsiteX6" fmla="*/ 84948 w 153170"/>
                <a:gd name="connsiteY6" fmla="*/ 344022 h 343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3170" h="343596">
                  <a:moveTo>
                    <a:pt x="84948" y="344022"/>
                  </a:moveTo>
                  <a:lnTo>
                    <a:pt x="1711" y="295842"/>
                  </a:lnTo>
                  <a:cubicBezTo>
                    <a:pt x="-3315" y="215473"/>
                    <a:pt x="1941" y="190608"/>
                    <a:pt x="10865" y="143607"/>
                  </a:cubicBezTo>
                  <a:cubicBezTo>
                    <a:pt x="19776" y="96620"/>
                    <a:pt x="35726" y="56403"/>
                    <a:pt x="55215" y="13878"/>
                  </a:cubicBezTo>
                  <a:lnTo>
                    <a:pt x="152928" y="426"/>
                  </a:lnTo>
                  <a:cubicBezTo>
                    <a:pt x="117438" y="64393"/>
                    <a:pt x="99629" y="102108"/>
                    <a:pt x="88295" y="159381"/>
                  </a:cubicBezTo>
                  <a:cubicBezTo>
                    <a:pt x="76960" y="216640"/>
                    <a:pt x="74601" y="251945"/>
                    <a:pt x="84948" y="344022"/>
                  </a:cubicBezTo>
                  <a:close/>
                </a:path>
              </a:pathLst>
            </a:custGeom>
            <a:solidFill>
              <a:srgbClr val="0070C0"/>
            </a:solidFill>
            <a:ln w="8811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6B92981-3976-15A6-C3D7-70B6913C5AED}"/>
                </a:ext>
              </a:extLst>
            </p:cNvPr>
            <p:cNvSpPr/>
            <p:nvPr/>
          </p:nvSpPr>
          <p:spPr>
            <a:xfrm>
              <a:off x="4496616" y="4020367"/>
              <a:ext cx="377402" cy="297519"/>
            </a:xfrm>
            <a:custGeom>
              <a:avLst/>
              <a:gdLst>
                <a:gd name="connsiteX0" fmla="*/ 377161 w 377402"/>
                <a:gd name="connsiteY0" fmla="*/ 237864 h 297519"/>
                <a:gd name="connsiteX1" fmla="*/ 325349 w 377402"/>
                <a:gd name="connsiteY1" fmla="*/ 297945 h 297519"/>
                <a:gd name="connsiteX2" fmla="*/ 134833 w 377402"/>
                <a:gd name="connsiteY2" fmla="*/ 225322 h 297519"/>
                <a:gd name="connsiteX3" fmla="*/ -242 w 377402"/>
                <a:gd name="connsiteY3" fmla="*/ 71035 h 297519"/>
                <a:gd name="connsiteX4" fmla="*/ 35735 w 377402"/>
                <a:gd name="connsiteY4" fmla="*/ 426 h 297519"/>
                <a:gd name="connsiteX5" fmla="*/ 169682 w 377402"/>
                <a:gd name="connsiteY5" fmla="*/ 172218 h 297519"/>
                <a:gd name="connsiteX6" fmla="*/ 377161 w 377402"/>
                <a:gd name="connsiteY6" fmla="*/ 237864 h 29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7402" h="297519">
                  <a:moveTo>
                    <a:pt x="377161" y="237864"/>
                  </a:moveTo>
                  <a:lnTo>
                    <a:pt x="325349" y="297945"/>
                  </a:lnTo>
                  <a:cubicBezTo>
                    <a:pt x="236303" y="282351"/>
                    <a:pt x="189094" y="263141"/>
                    <a:pt x="134833" y="225322"/>
                  </a:cubicBezTo>
                  <a:cubicBezTo>
                    <a:pt x="80572" y="187504"/>
                    <a:pt x="31402" y="132527"/>
                    <a:pt x="-242" y="71035"/>
                  </a:cubicBezTo>
                  <a:lnTo>
                    <a:pt x="35735" y="426"/>
                  </a:lnTo>
                  <a:cubicBezTo>
                    <a:pt x="74264" y="72497"/>
                    <a:pt x="112780" y="132642"/>
                    <a:pt x="169682" y="172218"/>
                  </a:cubicBezTo>
                  <a:cubicBezTo>
                    <a:pt x="226584" y="211793"/>
                    <a:pt x="281166" y="229400"/>
                    <a:pt x="377161" y="237864"/>
                  </a:cubicBezTo>
                  <a:close/>
                </a:path>
              </a:pathLst>
            </a:custGeom>
            <a:solidFill>
              <a:srgbClr val="C00000"/>
            </a:solidFill>
            <a:ln w="881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0C95E16F-D776-112B-2CB8-9AE4F3F26A23}"/>
                </a:ext>
              </a:extLst>
            </p:cNvPr>
            <p:cNvSpPr/>
            <p:nvPr/>
          </p:nvSpPr>
          <p:spPr>
            <a:xfrm>
              <a:off x="4447561" y="4124422"/>
              <a:ext cx="346708" cy="278077"/>
            </a:xfrm>
            <a:custGeom>
              <a:avLst/>
              <a:gdLst>
                <a:gd name="connsiteX0" fmla="*/ 346466 w 346708"/>
                <a:gd name="connsiteY0" fmla="*/ 220385 h 278077"/>
                <a:gd name="connsiteX1" fmla="*/ 293321 w 346708"/>
                <a:gd name="connsiteY1" fmla="*/ 278504 h 278077"/>
                <a:gd name="connsiteX2" fmla="*/ 119589 w 346708"/>
                <a:gd name="connsiteY2" fmla="*/ 205945 h 278077"/>
                <a:gd name="connsiteX3" fmla="*/ -242 w 346708"/>
                <a:gd name="connsiteY3" fmla="*/ 74229 h 278077"/>
                <a:gd name="connsiteX4" fmla="*/ 32851 w 346708"/>
                <a:gd name="connsiteY4" fmla="*/ 426 h 278077"/>
                <a:gd name="connsiteX5" fmla="*/ 156515 w 346708"/>
                <a:gd name="connsiteY5" fmla="*/ 151635 h 278077"/>
                <a:gd name="connsiteX6" fmla="*/ 346466 w 346708"/>
                <a:gd name="connsiteY6" fmla="*/ 220385 h 278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6708" h="278077">
                  <a:moveTo>
                    <a:pt x="346466" y="220385"/>
                  </a:moveTo>
                  <a:lnTo>
                    <a:pt x="293321" y="278504"/>
                  </a:lnTo>
                  <a:cubicBezTo>
                    <a:pt x="203095" y="254882"/>
                    <a:pt x="168516" y="239993"/>
                    <a:pt x="119589" y="205945"/>
                  </a:cubicBezTo>
                  <a:cubicBezTo>
                    <a:pt x="70661" y="171897"/>
                    <a:pt x="23081" y="113470"/>
                    <a:pt x="-242" y="74229"/>
                  </a:cubicBezTo>
                  <a:lnTo>
                    <a:pt x="32851" y="426"/>
                  </a:lnTo>
                  <a:cubicBezTo>
                    <a:pt x="54827" y="44926"/>
                    <a:pt x="104241" y="114984"/>
                    <a:pt x="156515" y="151635"/>
                  </a:cubicBezTo>
                  <a:cubicBezTo>
                    <a:pt x="208775" y="188299"/>
                    <a:pt x="245445" y="203957"/>
                    <a:pt x="346466" y="220385"/>
                  </a:cubicBezTo>
                  <a:close/>
                </a:path>
              </a:pathLst>
            </a:custGeom>
            <a:solidFill>
              <a:srgbClr val="FFC000"/>
            </a:solidFill>
            <a:ln w="8811" cap="flat">
              <a:solidFill>
                <a:srgbClr val="FFC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7CD75F69-2681-1C94-199F-1530282D0AC2}"/>
                </a:ext>
              </a:extLst>
            </p:cNvPr>
            <p:cNvSpPr/>
            <p:nvPr/>
          </p:nvSpPr>
          <p:spPr>
            <a:xfrm>
              <a:off x="4403467" y="4234658"/>
              <a:ext cx="305115" cy="247697"/>
            </a:xfrm>
            <a:custGeom>
              <a:avLst/>
              <a:gdLst>
                <a:gd name="connsiteX0" fmla="*/ 304873 w 305115"/>
                <a:gd name="connsiteY0" fmla="*/ 194237 h 247697"/>
                <a:gd name="connsiteX1" fmla="*/ 247125 w 305115"/>
                <a:gd name="connsiteY1" fmla="*/ 248123 h 247697"/>
                <a:gd name="connsiteX2" fmla="*/ 102036 w 305115"/>
                <a:gd name="connsiteY2" fmla="*/ 181425 h 247697"/>
                <a:gd name="connsiteX3" fmla="*/ -242 w 305115"/>
                <a:gd name="connsiteY3" fmla="*/ 73664 h 247697"/>
                <a:gd name="connsiteX4" fmla="*/ 29017 w 305115"/>
                <a:gd name="connsiteY4" fmla="*/ 426 h 247697"/>
                <a:gd name="connsiteX5" fmla="*/ 140475 w 305115"/>
                <a:gd name="connsiteY5" fmla="*/ 128846 h 247697"/>
                <a:gd name="connsiteX6" fmla="*/ 304873 w 305115"/>
                <a:gd name="connsiteY6" fmla="*/ 194237 h 247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5115" h="247697">
                  <a:moveTo>
                    <a:pt x="304873" y="194237"/>
                  </a:moveTo>
                  <a:lnTo>
                    <a:pt x="247125" y="248123"/>
                  </a:lnTo>
                  <a:cubicBezTo>
                    <a:pt x="172683" y="224732"/>
                    <a:pt x="143270" y="210498"/>
                    <a:pt x="102036" y="181425"/>
                  </a:cubicBezTo>
                  <a:cubicBezTo>
                    <a:pt x="60801" y="152340"/>
                    <a:pt x="42749" y="129372"/>
                    <a:pt x="-242" y="73664"/>
                  </a:cubicBezTo>
                  <a:lnTo>
                    <a:pt x="29017" y="426"/>
                  </a:lnTo>
                  <a:cubicBezTo>
                    <a:pt x="77187" y="70651"/>
                    <a:pt x="94497" y="96555"/>
                    <a:pt x="140475" y="128846"/>
                  </a:cubicBezTo>
                  <a:cubicBezTo>
                    <a:pt x="186440" y="161151"/>
                    <a:pt x="213660" y="172743"/>
                    <a:pt x="304873" y="194237"/>
                  </a:cubicBezTo>
                  <a:close/>
                </a:path>
              </a:pathLst>
            </a:custGeom>
            <a:solidFill>
              <a:srgbClr val="00B050"/>
            </a:solidFill>
            <a:ln w="8811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BAC1115-7CD9-96C3-78AC-D4633F7CC452}"/>
                </a:ext>
              </a:extLst>
            </p:cNvPr>
            <p:cNvSpPr/>
            <p:nvPr/>
          </p:nvSpPr>
          <p:spPr>
            <a:xfrm>
              <a:off x="4366618" y="4349857"/>
              <a:ext cx="248853" cy="206737"/>
            </a:xfrm>
            <a:custGeom>
              <a:avLst/>
              <a:gdLst>
                <a:gd name="connsiteX0" fmla="*/ 248612 w 248853"/>
                <a:gd name="connsiteY0" fmla="*/ 159676 h 206737"/>
                <a:gd name="connsiteX1" fmla="*/ 185773 w 248853"/>
                <a:gd name="connsiteY1" fmla="*/ 207163 h 206737"/>
                <a:gd name="connsiteX2" fmla="*/ 78713 w 248853"/>
                <a:gd name="connsiteY2" fmla="*/ 152392 h 206737"/>
                <a:gd name="connsiteX3" fmla="*/ -242 w 248853"/>
                <a:gd name="connsiteY3" fmla="*/ 78204 h 206737"/>
                <a:gd name="connsiteX4" fmla="*/ 22862 w 248853"/>
                <a:gd name="connsiteY4" fmla="*/ 426 h 206737"/>
                <a:gd name="connsiteX5" fmla="*/ 116139 w 248853"/>
                <a:gd name="connsiteY5" fmla="*/ 99069 h 206737"/>
                <a:gd name="connsiteX6" fmla="*/ 248612 w 248853"/>
                <a:gd name="connsiteY6" fmla="*/ 159676 h 206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853" h="206737">
                  <a:moveTo>
                    <a:pt x="248612" y="159676"/>
                  </a:moveTo>
                  <a:lnTo>
                    <a:pt x="185773" y="207163"/>
                  </a:lnTo>
                  <a:cubicBezTo>
                    <a:pt x="125935" y="185670"/>
                    <a:pt x="109716" y="173885"/>
                    <a:pt x="78713" y="152392"/>
                  </a:cubicBezTo>
                  <a:cubicBezTo>
                    <a:pt x="47711" y="130898"/>
                    <a:pt x="23978" y="106251"/>
                    <a:pt x="-242" y="78204"/>
                  </a:cubicBezTo>
                  <a:lnTo>
                    <a:pt x="22862" y="426"/>
                  </a:lnTo>
                  <a:cubicBezTo>
                    <a:pt x="57224" y="47260"/>
                    <a:pt x="78521" y="72536"/>
                    <a:pt x="116139" y="99069"/>
                  </a:cubicBezTo>
                  <a:cubicBezTo>
                    <a:pt x="153771" y="125615"/>
                    <a:pt x="178516" y="138503"/>
                    <a:pt x="248612" y="159676"/>
                  </a:cubicBezTo>
                  <a:close/>
                </a:path>
              </a:pathLst>
            </a:custGeom>
            <a:solidFill>
              <a:srgbClr val="0070C0"/>
            </a:solidFill>
            <a:ln w="8811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5B69CD73-689A-39D5-9590-134C4DCA08A7}"/>
                </a:ext>
              </a:extLst>
            </p:cNvPr>
            <p:cNvSpPr/>
            <p:nvPr/>
          </p:nvSpPr>
          <p:spPr>
            <a:xfrm>
              <a:off x="3448213" y="2383322"/>
              <a:ext cx="1107638" cy="1456559"/>
            </a:xfrm>
            <a:custGeom>
              <a:avLst/>
              <a:gdLst>
                <a:gd name="connsiteX0" fmla="*/ 217554 w 1107638"/>
                <a:gd name="connsiteY0" fmla="*/ 1456985 h 1456559"/>
                <a:gd name="connsiteX1" fmla="*/ -242 w 1107638"/>
                <a:gd name="connsiteY1" fmla="*/ 1269612 h 1456559"/>
                <a:gd name="connsiteX2" fmla="*/ 276495 w 1107638"/>
                <a:gd name="connsiteY2" fmla="*/ 536086 h 1456559"/>
                <a:gd name="connsiteX3" fmla="*/ 850081 w 1107638"/>
                <a:gd name="connsiteY3" fmla="*/ 426 h 1456559"/>
                <a:gd name="connsiteX4" fmla="*/ 1107397 w 1107638"/>
                <a:gd name="connsiteY4" fmla="*/ 126164 h 1456559"/>
                <a:gd name="connsiteX5" fmla="*/ 469601 w 1107638"/>
                <a:gd name="connsiteY5" fmla="*/ 660211 h 1456559"/>
                <a:gd name="connsiteX6" fmla="*/ 217554 w 1107638"/>
                <a:gd name="connsiteY6" fmla="*/ 1456985 h 1456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07638" h="1456559">
                  <a:moveTo>
                    <a:pt x="217554" y="1456985"/>
                  </a:moveTo>
                  <a:lnTo>
                    <a:pt x="-242" y="1269612"/>
                  </a:lnTo>
                  <a:cubicBezTo>
                    <a:pt x="61734" y="929555"/>
                    <a:pt x="134765" y="747607"/>
                    <a:pt x="276495" y="536086"/>
                  </a:cubicBezTo>
                  <a:cubicBezTo>
                    <a:pt x="418212" y="324550"/>
                    <a:pt x="622652" y="129769"/>
                    <a:pt x="850081" y="426"/>
                  </a:cubicBezTo>
                  <a:lnTo>
                    <a:pt x="1107397" y="126164"/>
                  </a:lnTo>
                  <a:cubicBezTo>
                    <a:pt x="840772" y="283176"/>
                    <a:pt x="617908" y="438405"/>
                    <a:pt x="469601" y="660211"/>
                  </a:cubicBezTo>
                  <a:cubicBezTo>
                    <a:pt x="321281" y="882004"/>
                    <a:pt x="253711" y="1091665"/>
                    <a:pt x="217554" y="1456985"/>
                  </a:cubicBezTo>
                  <a:close/>
                </a:path>
              </a:pathLst>
            </a:custGeom>
            <a:solidFill>
              <a:srgbClr val="C00000"/>
            </a:solidFill>
            <a:ln w="8811" cap="flat">
              <a:solidFill>
                <a:srgbClr val="C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30A0658-F784-7B3F-4061-D3F9B39A362C}"/>
                </a:ext>
              </a:extLst>
            </p:cNvPr>
            <p:cNvSpPr/>
            <p:nvPr/>
          </p:nvSpPr>
          <p:spPr>
            <a:xfrm>
              <a:off x="3140780" y="2215385"/>
              <a:ext cx="1034745" cy="1337030"/>
            </a:xfrm>
            <a:custGeom>
              <a:avLst/>
              <a:gdLst>
                <a:gd name="connsiteX0" fmla="*/ 210304 w 1034745"/>
                <a:gd name="connsiteY0" fmla="*/ 1337457 h 1337030"/>
                <a:gd name="connsiteX1" fmla="*/ -242 w 1034745"/>
                <a:gd name="connsiteY1" fmla="*/ 1144749 h 1337030"/>
                <a:gd name="connsiteX2" fmla="*/ 275372 w 1034745"/>
                <a:gd name="connsiteY2" fmla="*/ 474882 h 1337030"/>
                <a:gd name="connsiteX3" fmla="*/ 765340 w 1034745"/>
                <a:gd name="connsiteY3" fmla="*/ 426 h 1337030"/>
                <a:gd name="connsiteX4" fmla="*/ 1034504 w 1034745"/>
                <a:gd name="connsiteY4" fmla="*/ 114763 h 1337030"/>
                <a:gd name="connsiteX5" fmla="*/ 472803 w 1034745"/>
                <a:gd name="connsiteY5" fmla="*/ 606663 h 1337030"/>
                <a:gd name="connsiteX6" fmla="*/ 210304 w 1034745"/>
                <a:gd name="connsiteY6" fmla="*/ 1337457 h 133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4745" h="1337030">
                  <a:moveTo>
                    <a:pt x="210304" y="1337457"/>
                  </a:moveTo>
                  <a:lnTo>
                    <a:pt x="-242" y="1144749"/>
                  </a:lnTo>
                  <a:cubicBezTo>
                    <a:pt x="91281" y="798973"/>
                    <a:pt x="147774" y="665602"/>
                    <a:pt x="275372" y="474882"/>
                  </a:cubicBezTo>
                  <a:cubicBezTo>
                    <a:pt x="402969" y="284162"/>
                    <a:pt x="620021" y="94852"/>
                    <a:pt x="765340" y="426"/>
                  </a:cubicBezTo>
                  <a:lnTo>
                    <a:pt x="1034504" y="114763"/>
                  </a:lnTo>
                  <a:cubicBezTo>
                    <a:pt x="869964" y="204842"/>
                    <a:pt x="610161" y="402873"/>
                    <a:pt x="472803" y="606663"/>
                  </a:cubicBezTo>
                  <a:cubicBezTo>
                    <a:pt x="335432" y="810438"/>
                    <a:pt x="275999" y="951887"/>
                    <a:pt x="210304" y="1337457"/>
                  </a:cubicBezTo>
                  <a:close/>
                </a:path>
              </a:pathLst>
            </a:custGeom>
            <a:solidFill>
              <a:srgbClr val="FFC000"/>
            </a:solidFill>
            <a:ln w="8811" cap="flat">
              <a:solidFill>
                <a:srgbClr val="FFC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9C76CCB-53FF-DBCA-9FCE-C9800466C160}"/>
                </a:ext>
              </a:extLst>
            </p:cNvPr>
            <p:cNvSpPr/>
            <p:nvPr/>
          </p:nvSpPr>
          <p:spPr>
            <a:xfrm>
              <a:off x="2851353" y="2066711"/>
              <a:ext cx="920959" cy="1175399"/>
            </a:xfrm>
            <a:custGeom>
              <a:avLst/>
              <a:gdLst>
                <a:gd name="connsiteX0" fmla="*/ 194513 w 920959"/>
                <a:gd name="connsiteY0" fmla="*/ 1175826 h 1175399"/>
                <a:gd name="connsiteX1" fmla="*/ -242 w 920959"/>
                <a:gd name="connsiteY1" fmla="*/ 965023 h 1175399"/>
                <a:gd name="connsiteX2" fmla="*/ 252337 w 920959"/>
                <a:gd name="connsiteY2" fmla="*/ 404652 h 1175399"/>
                <a:gd name="connsiteX3" fmla="*/ 653400 w 920959"/>
                <a:gd name="connsiteY3" fmla="*/ 426 h 1175399"/>
                <a:gd name="connsiteX4" fmla="*/ 920717 w 920959"/>
                <a:gd name="connsiteY4" fmla="*/ 100267 h 1175399"/>
                <a:gd name="connsiteX5" fmla="*/ 443296 w 920959"/>
                <a:gd name="connsiteY5" fmla="*/ 542439 h 1175399"/>
                <a:gd name="connsiteX6" fmla="*/ 194513 w 920959"/>
                <a:gd name="connsiteY6" fmla="*/ 1175826 h 1175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0959" h="1175399">
                  <a:moveTo>
                    <a:pt x="194513" y="1175826"/>
                  </a:moveTo>
                  <a:lnTo>
                    <a:pt x="-242" y="965023"/>
                  </a:lnTo>
                  <a:cubicBezTo>
                    <a:pt x="89554" y="679144"/>
                    <a:pt x="143397" y="565418"/>
                    <a:pt x="252337" y="404652"/>
                  </a:cubicBezTo>
                  <a:cubicBezTo>
                    <a:pt x="361276" y="243885"/>
                    <a:pt x="446559" y="171936"/>
                    <a:pt x="653400" y="426"/>
                  </a:cubicBezTo>
                  <a:lnTo>
                    <a:pt x="920717" y="100267"/>
                  </a:lnTo>
                  <a:cubicBezTo>
                    <a:pt x="660329" y="293618"/>
                    <a:pt x="564332" y="363180"/>
                    <a:pt x="443296" y="542439"/>
                  </a:cubicBezTo>
                  <a:cubicBezTo>
                    <a:pt x="322262" y="721699"/>
                    <a:pt x="278246" y="826651"/>
                    <a:pt x="194513" y="1175826"/>
                  </a:cubicBezTo>
                  <a:close/>
                </a:path>
              </a:pathLst>
            </a:custGeom>
            <a:solidFill>
              <a:srgbClr val="00B050"/>
            </a:solidFill>
            <a:ln w="8811" cap="flat">
              <a:solidFill>
                <a:srgbClr val="00B05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FE88FDEC-9A0C-31E5-8A4C-487C77373F36}"/>
                </a:ext>
              </a:extLst>
            </p:cNvPr>
            <p:cNvSpPr/>
            <p:nvPr/>
          </p:nvSpPr>
          <p:spPr>
            <a:xfrm>
              <a:off x="2582931" y="1947034"/>
              <a:ext cx="767647" cy="956110"/>
            </a:xfrm>
            <a:custGeom>
              <a:avLst/>
              <a:gdLst>
                <a:gd name="connsiteX0" fmla="*/ 170764 w 767647"/>
                <a:gd name="connsiteY0" fmla="*/ 956536 h 956110"/>
                <a:gd name="connsiteX1" fmla="*/ -242 w 767647"/>
                <a:gd name="connsiteY1" fmla="*/ 725451 h 956110"/>
                <a:gd name="connsiteX2" fmla="*/ 206546 w 767647"/>
                <a:gd name="connsiteY2" fmla="*/ 311123 h 956110"/>
                <a:gd name="connsiteX3" fmla="*/ 483103 w 767647"/>
                <a:gd name="connsiteY3" fmla="*/ 426 h 956110"/>
                <a:gd name="connsiteX4" fmla="*/ 767406 w 767647"/>
                <a:gd name="connsiteY4" fmla="*/ 76251 h 956110"/>
                <a:gd name="connsiteX5" fmla="*/ 400294 w 767647"/>
                <a:gd name="connsiteY5" fmla="*/ 444977 h 956110"/>
                <a:gd name="connsiteX6" fmla="*/ 170764 w 767647"/>
                <a:gd name="connsiteY6" fmla="*/ 956536 h 956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7647" h="956110">
                  <a:moveTo>
                    <a:pt x="170764" y="956536"/>
                  </a:moveTo>
                  <a:lnTo>
                    <a:pt x="-242" y="725451"/>
                  </a:lnTo>
                  <a:cubicBezTo>
                    <a:pt x="81860" y="495267"/>
                    <a:pt x="125988" y="431960"/>
                    <a:pt x="206546" y="311123"/>
                  </a:cubicBezTo>
                  <a:cubicBezTo>
                    <a:pt x="287104" y="190286"/>
                    <a:pt x="378848" y="96518"/>
                    <a:pt x="483103" y="426"/>
                  </a:cubicBezTo>
                  <a:lnTo>
                    <a:pt x="767406" y="76251"/>
                  </a:lnTo>
                  <a:cubicBezTo>
                    <a:pt x="593629" y="213650"/>
                    <a:pt x="499734" y="298263"/>
                    <a:pt x="400294" y="444977"/>
                  </a:cubicBezTo>
                  <a:cubicBezTo>
                    <a:pt x="300852" y="591692"/>
                    <a:pt x="252231" y="687511"/>
                    <a:pt x="170764" y="956536"/>
                  </a:cubicBezTo>
                  <a:close/>
                </a:path>
              </a:pathLst>
            </a:custGeom>
            <a:solidFill>
              <a:srgbClr val="0070C0"/>
            </a:solidFill>
            <a:ln w="8811" cap="flat">
              <a:solidFill>
                <a:srgbClr val="0070C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7" name="Graphic 71">
            <a:extLst>
              <a:ext uri="{FF2B5EF4-FFF2-40B4-BE49-F238E27FC236}">
                <a16:creationId xmlns:a16="http://schemas.microsoft.com/office/drawing/2014/main" id="{5545BAFB-8704-6089-F9CB-1B24B1AF3DFE}"/>
              </a:ext>
            </a:extLst>
          </p:cNvPr>
          <p:cNvGrpSpPr/>
          <p:nvPr/>
        </p:nvGrpSpPr>
        <p:grpSpPr>
          <a:xfrm>
            <a:off x="7376369" y="1295740"/>
            <a:ext cx="3557574" cy="3886499"/>
            <a:chOff x="7376369" y="1295740"/>
            <a:chExt cx="3557574" cy="3886499"/>
          </a:xfrm>
          <a:solidFill>
            <a:schemeClr val="bg1"/>
          </a:solidFill>
        </p:grpSpPr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7517817-4732-5F6E-0A97-49F8367C597E}"/>
                </a:ext>
              </a:extLst>
            </p:cNvPr>
            <p:cNvSpPr/>
            <p:nvPr/>
          </p:nvSpPr>
          <p:spPr>
            <a:xfrm>
              <a:off x="9079252" y="2316796"/>
              <a:ext cx="1577931" cy="976567"/>
            </a:xfrm>
            <a:custGeom>
              <a:avLst/>
              <a:gdLst>
                <a:gd name="connsiteX0" fmla="*/ -242 w 1577931"/>
                <a:gd name="connsiteY0" fmla="*/ 249242 h 976567"/>
                <a:gd name="connsiteX1" fmla="*/ 161524 w 1577931"/>
                <a:gd name="connsiteY1" fmla="*/ 426 h 976567"/>
                <a:gd name="connsiteX2" fmla="*/ 950421 w 1577931"/>
                <a:gd name="connsiteY2" fmla="*/ 182706 h 976567"/>
                <a:gd name="connsiteX3" fmla="*/ 1577689 w 1577931"/>
                <a:gd name="connsiteY3" fmla="*/ 696200 h 976567"/>
                <a:gd name="connsiteX4" fmla="*/ 1484455 w 1577931"/>
                <a:gd name="connsiteY4" fmla="*/ 976994 h 976567"/>
                <a:gd name="connsiteX5" fmla="*/ 849982 w 1577931"/>
                <a:gd name="connsiteY5" fmla="*/ 397529 h 976567"/>
                <a:gd name="connsiteX6" fmla="*/ -242 w 1577931"/>
                <a:gd name="connsiteY6" fmla="*/ 249242 h 9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7931" h="976567">
                  <a:moveTo>
                    <a:pt x="-242" y="249242"/>
                  </a:moveTo>
                  <a:lnTo>
                    <a:pt x="161524" y="426"/>
                  </a:lnTo>
                  <a:cubicBezTo>
                    <a:pt x="518104" y="17030"/>
                    <a:pt x="714389" y="66743"/>
                    <a:pt x="950421" y="182706"/>
                  </a:cubicBezTo>
                  <a:cubicBezTo>
                    <a:pt x="1186452" y="298669"/>
                    <a:pt x="1413977" y="481164"/>
                    <a:pt x="1577689" y="696200"/>
                  </a:cubicBezTo>
                  <a:lnTo>
                    <a:pt x="1484455" y="976994"/>
                  </a:lnTo>
                  <a:cubicBezTo>
                    <a:pt x="1287017" y="725637"/>
                    <a:pt x="1097428" y="518816"/>
                    <a:pt x="849982" y="397529"/>
                  </a:cubicBezTo>
                  <a:cubicBezTo>
                    <a:pt x="602536" y="276235"/>
                    <a:pt x="378639" y="235933"/>
                    <a:pt x="-242" y="249242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251D91C-FBB7-F714-41C1-C44B92B248A8}"/>
                </a:ext>
              </a:extLst>
            </p:cNvPr>
            <p:cNvSpPr/>
            <p:nvPr/>
          </p:nvSpPr>
          <p:spPr>
            <a:xfrm>
              <a:off x="9330105" y="1961671"/>
              <a:ext cx="1444930" cy="917564"/>
            </a:xfrm>
            <a:custGeom>
              <a:avLst/>
              <a:gdLst>
                <a:gd name="connsiteX0" fmla="*/ -242 w 1444930"/>
                <a:gd name="connsiteY0" fmla="*/ 242557 h 917564"/>
                <a:gd name="connsiteX1" fmla="*/ 167987 w 1444930"/>
                <a:gd name="connsiteY1" fmla="*/ 426 h 917564"/>
                <a:gd name="connsiteX2" fmla="*/ 891569 w 1444930"/>
                <a:gd name="connsiteY2" fmla="*/ 190332 h 917564"/>
                <a:gd name="connsiteX3" fmla="*/ 1444688 w 1444930"/>
                <a:gd name="connsiteY3" fmla="*/ 626642 h 917564"/>
                <a:gd name="connsiteX4" fmla="*/ 1364752 w 1444930"/>
                <a:gd name="connsiteY4" fmla="*/ 917991 h 917564"/>
                <a:gd name="connsiteX5" fmla="*/ 783905 w 1444930"/>
                <a:gd name="connsiteY5" fmla="*/ 410635 h 917564"/>
                <a:gd name="connsiteX6" fmla="*/ -242 w 1444930"/>
                <a:gd name="connsiteY6" fmla="*/ 242557 h 917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4930" h="917564">
                  <a:moveTo>
                    <a:pt x="-242" y="242557"/>
                  </a:moveTo>
                  <a:lnTo>
                    <a:pt x="167987" y="426"/>
                  </a:lnTo>
                  <a:cubicBezTo>
                    <a:pt x="534502" y="46493"/>
                    <a:pt x="678790" y="85961"/>
                    <a:pt x="891569" y="190332"/>
                  </a:cubicBezTo>
                  <a:cubicBezTo>
                    <a:pt x="1104357" y="294702"/>
                    <a:pt x="1328021" y="490856"/>
                    <a:pt x="1444688" y="626642"/>
                  </a:cubicBezTo>
                  <a:lnTo>
                    <a:pt x="1364752" y="917991"/>
                  </a:lnTo>
                  <a:cubicBezTo>
                    <a:pt x="1249884" y="761932"/>
                    <a:pt x="1011399" y="523207"/>
                    <a:pt x="783905" y="410635"/>
                  </a:cubicBezTo>
                  <a:cubicBezTo>
                    <a:pt x="556400" y="298062"/>
                    <a:pt x="403447" y="256697"/>
                    <a:pt x="-242" y="242557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522C759-6A64-4F78-31A3-60B2B6A8DEF6}"/>
                </a:ext>
              </a:extLst>
            </p:cNvPr>
            <p:cNvSpPr/>
            <p:nvPr/>
          </p:nvSpPr>
          <p:spPr>
            <a:xfrm>
              <a:off x="9605649" y="1620078"/>
              <a:ext cx="1266248" cy="823831"/>
            </a:xfrm>
            <a:custGeom>
              <a:avLst/>
              <a:gdLst>
                <a:gd name="connsiteX0" fmla="*/ -242 w 1266248"/>
                <a:gd name="connsiteY0" fmla="*/ 228880 h 823831"/>
                <a:gd name="connsiteX1" fmla="*/ 188680 w 1266248"/>
                <a:gd name="connsiteY1" fmla="*/ 426 h 823831"/>
                <a:gd name="connsiteX2" fmla="*/ 797023 w 1266248"/>
                <a:gd name="connsiteY2" fmla="*/ 181832 h 823831"/>
                <a:gd name="connsiteX3" fmla="*/ 1266007 w 1266248"/>
                <a:gd name="connsiteY3" fmla="*/ 536787 h 823831"/>
                <a:gd name="connsiteX4" fmla="*/ 1200659 w 1266248"/>
                <a:gd name="connsiteY4" fmla="*/ 824257 h 823831"/>
                <a:gd name="connsiteX5" fmla="*/ 682313 w 1266248"/>
                <a:gd name="connsiteY5" fmla="*/ 396342 h 823831"/>
                <a:gd name="connsiteX6" fmla="*/ -242 w 1266248"/>
                <a:gd name="connsiteY6" fmla="*/ 228880 h 82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6248" h="823831">
                  <a:moveTo>
                    <a:pt x="-242" y="228880"/>
                  </a:moveTo>
                  <a:lnTo>
                    <a:pt x="188680" y="426"/>
                  </a:lnTo>
                  <a:cubicBezTo>
                    <a:pt x="493655" y="52979"/>
                    <a:pt x="617474" y="92438"/>
                    <a:pt x="797023" y="181832"/>
                  </a:cubicBezTo>
                  <a:cubicBezTo>
                    <a:pt x="976583" y="271225"/>
                    <a:pt x="1061967" y="348633"/>
                    <a:pt x="1266007" y="536787"/>
                  </a:cubicBezTo>
                  <a:lnTo>
                    <a:pt x="1200659" y="824257"/>
                  </a:lnTo>
                  <a:cubicBezTo>
                    <a:pt x="966882" y="584279"/>
                    <a:pt x="882460" y="495571"/>
                    <a:pt x="682313" y="396342"/>
                  </a:cubicBezTo>
                  <a:cubicBezTo>
                    <a:pt x="482156" y="297112"/>
                    <a:pt x="368674" y="266506"/>
                    <a:pt x="-242" y="228880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2E8CB2B6-4B9E-1F36-4FBF-6A3CEFDD2B6F}"/>
                </a:ext>
              </a:extLst>
            </p:cNvPr>
            <p:cNvSpPr/>
            <p:nvPr/>
          </p:nvSpPr>
          <p:spPr>
            <a:xfrm>
              <a:off x="9912327" y="1295740"/>
              <a:ext cx="1021616" cy="696549"/>
            </a:xfrm>
            <a:custGeom>
              <a:avLst/>
              <a:gdLst>
                <a:gd name="connsiteX0" fmla="*/ -242 w 1021616"/>
                <a:gd name="connsiteY0" fmla="*/ 207360 h 696549"/>
                <a:gd name="connsiteX1" fmla="*/ 212716 w 1021616"/>
                <a:gd name="connsiteY1" fmla="*/ 426 h 696549"/>
                <a:gd name="connsiteX2" fmla="*/ 665270 w 1021616"/>
                <a:gd name="connsiteY2" fmla="*/ 155070 h 696549"/>
                <a:gd name="connsiteX3" fmla="*/ 1021375 w 1021616"/>
                <a:gd name="connsiteY3" fmla="*/ 395429 h 696549"/>
                <a:gd name="connsiteX4" fmla="*/ 982941 w 1021616"/>
                <a:gd name="connsiteY4" fmla="*/ 696976 h 696549"/>
                <a:gd name="connsiteX5" fmla="*/ 554962 w 1021616"/>
                <a:gd name="connsiteY5" fmla="*/ 371892 h 696549"/>
                <a:gd name="connsiteX6" fmla="*/ -242 w 1021616"/>
                <a:gd name="connsiteY6" fmla="*/ 207360 h 6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1616" h="696549">
                  <a:moveTo>
                    <a:pt x="-242" y="207360"/>
                  </a:moveTo>
                  <a:lnTo>
                    <a:pt x="212716" y="426"/>
                  </a:lnTo>
                  <a:cubicBezTo>
                    <a:pt x="459622" y="52776"/>
                    <a:pt x="530492" y="89236"/>
                    <a:pt x="665270" y="155070"/>
                  </a:cubicBezTo>
                  <a:cubicBezTo>
                    <a:pt x="800049" y="220904"/>
                    <a:pt x="908654" y="301922"/>
                    <a:pt x="1021375" y="395429"/>
                  </a:cubicBezTo>
                  <a:lnTo>
                    <a:pt x="982941" y="696976"/>
                  </a:lnTo>
                  <a:cubicBezTo>
                    <a:pt x="818361" y="537976"/>
                    <a:pt x="718833" y="453494"/>
                    <a:pt x="554962" y="371892"/>
                  </a:cubicBezTo>
                  <a:cubicBezTo>
                    <a:pt x="391102" y="290289"/>
                    <a:pt x="286326" y="253708"/>
                    <a:pt x="-242" y="207360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4FAD1249-A032-D71E-0AE8-7CEFA73D94CB}"/>
                </a:ext>
              </a:extLst>
            </p:cNvPr>
            <p:cNvSpPr/>
            <p:nvPr/>
          </p:nvSpPr>
          <p:spPr>
            <a:xfrm>
              <a:off x="8155071" y="3732739"/>
              <a:ext cx="821478" cy="896727"/>
            </a:xfrm>
            <a:custGeom>
              <a:avLst/>
              <a:gdLst>
                <a:gd name="connsiteX0" fmla="*/ 821237 w 821478"/>
                <a:gd name="connsiteY0" fmla="*/ 789786 h 896727"/>
                <a:gd name="connsiteX1" fmla="*/ 665512 w 821478"/>
                <a:gd name="connsiteY1" fmla="*/ 897153 h 896727"/>
                <a:gd name="connsiteX2" fmla="*/ 244822 w 821478"/>
                <a:gd name="connsiteY2" fmla="*/ 598191 h 896727"/>
                <a:gd name="connsiteX3" fmla="*/ -242 w 821478"/>
                <a:gd name="connsiteY3" fmla="*/ 143273 h 896727"/>
                <a:gd name="connsiteX4" fmla="*/ 122855 w 821478"/>
                <a:gd name="connsiteY4" fmla="*/ 426 h 896727"/>
                <a:gd name="connsiteX5" fmla="*/ 356146 w 821478"/>
                <a:gd name="connsiteY5" fmla="*/ 495966 h 896727"/>
                <a:gd name="connsiteX6" fmla="*/ 821237 w 821478"/>
                <a:gd name="connsiteY6" fmla="*/ 789786 h 89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1478" h="896727">
                  <a:moveTo>
                    <a:pt x="821237" y="789786"/>
                  </a:moveTo>
                  <a:lnTo>
                    <a:pt x="665512" y="897153"/>
                  </a:lnTo>
                  <a:cubicBezTo>
                    <a:pt x="459398" y="800790"/>
                    <a:pt x="355776" y="723833"/>
                    <a:pt x="244822" y="598191"/>
                  </a:cubicBezTo>
                  <a:cubicBezTo>
                    <a:pt x="133857" y="472539"/>
                    <a:pt x="44061" y="309747"/>
                    <a:pt x="-242" y="143273"/>
                  </a:cubicBezTo>
                  <a:lnTo>
                    <a:pt x="122855" y="426"/>
                  </a:lnTo>
                  <a:cubicBezTo>
                    <a:pt x="178205" y="196496"/>
                    <a:pt x="239754" y="364410"/>
                    <a:pt x="356146" y="495966"/>
                  </a:cubicBezTo>
                  <a:cubicBezTo>
                    <a:pt x="472538" y="627533"/>
                    <a:pt x="594716" y="705644"/>
                    <a:pt x="821237" y="78978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00312048-1363-3AD6-1CF2-4FD0933A07BB}"/>
                </a:ext>
              </a:extLst>
            </p:cNvPr>
            <p:cNvSpPr/>
            <p:nvPr/>
          </p:nvSpPr>
          <p:spPr>
            <a:xfrm>
              <a:off x="7982551" y="3944956"/>
              <a:ext cx="758348" cy="831324"/>
            </a:xfrm>
            <a:custGeom>
              <a:avLst/>
              <a:gdLst>
                <a:gd name="connsiteX0" fmla="*/ 758107 w 758348"/>
                <a:gd name="connsiteY0" fmla="*/ 729896 h 831324"/>
                <a:gd name="connsiteX1" fmla="*/ 600192 w 758348"/>
                <a:gd name="connsiteY1" fmla="*/ 831751 h 831324"/>
                <a:gd name="connsiteX2" fmla="*/ 219840 w 758348"/>
                <a:gd name="connsiteY2" fmla="*/ 544153 h 831324"/>
                <a:gd name="connsiteX3" fmla="*/ -242 w 758348"/>
                <a:gd name="connsiteY3" fmla="*/ 152722 h 831324"/>
                <a:gd name="connsiteX4" fmla="*/ 117578 w 758348"/>
                <a:gd name="connsiteY4" fmla="*/ 426 h 831324"/>
                <a:gd name="connsiteX5" fmla="*/ 336761 w 758348"/>
                <a:gd name="connsiteY5" fmla="*/ 440457 h 831324"/>
                <a:gd name="connsiteX6" fmla="*/ 758107 w 758348"/>
                <a:gd name="connsiteY6" fmla="*/ 729896 h 83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8348" h="831324">
                  <a:moveTo>
                    <a:pt x="758107" y="729896"/>
                  </a:moveTo>
                  <a:lnTo>
                    <a:pt x="600192" y="831751"/>
                  </a:lnTo>
                  <a:cubicBezTo>
                    <a:pt x="395369" y="715611"/>
                    <a:pt x="319919" y="657330"/>
                    <a:pt x="219840" y="544153"/>
                  </a:cubicBezTo>
                  <a:cubicBezTo>
                    <a:pt x="119772" y="430987"/>
                    <a:pt x="35562" y="261073"/>
                    <a:pt x="-242" y="152722"/>
                  </a:cubicBezTo>
                  <a:lnTo>
                    <a:pt x="117578" y="426"/>
                  </a:lnTo>
                  <a:cubicBezTo>
                    <a:pt x="147399" y="120290"/>
                    <a:pt x="230007" y="318879"/>
                    <a:pt x="336761" y="440457"/>
                  </a:cubicBezTo>
                  <a:cubicBezTo>
                    <a:pt x="443525" y="562035"/>
                    <a:pt x="523631" y="623554"/>
                    <a:pt x="758107" y="72989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7F47C303-BAFE-9F93-A85B-A4E096838A13}"/>
                </a:ext>
              </a:extLst>
            </p:cNvPr>
            <p:cNvSpPr/>
            <p:nvPr/>
          </p:nvSpPr>
          <p:spPr>
            <a:xfrm>
              <a:off x="7820754" y="4174463"/>
              <a:ext cx="671536" cy="731215"/>
            </a:xfrm>
            <a:custGeom>
              <a:avLst/>
              <a:gdLst>
                <a:gd name="connsiteX0" fmla="*/ 671294 w 671536"/>
                <a:gd name="connsiteY0" fmla="*/ 642865 h 731215"/>
                <a:gd name="connsiteX1" fmla="*/ 504503 w 671536"/>
                <a:gd name="connsiteY1" fmla="*/ 731642 h 731215"/>
                <a:gd name="connsiteX2" fmla="*/ 190008 w 671536"/>
                <a:gd name="connsiteY2" fmla="*/ 477026 h 731215"/>
                <a:gd name="connsiteX3" fmla="*/ -242 w 671536"/>
                <a:gd name="connsiteY3" fmla="*/ 153970 h 731215"/>
                <a:gd name="connsiteX4" fmla="*/ 108041 w 671536"/>
                <a:gd name="connsiteY4" fmla="*/ 426 h 731215"/>
                <a:gd name="connsiteX5" fmla="*/ 309675 w 671536"/>
                <a:gd name="connsiteY5" fmla="*/ 378462 h 731215"/>
                <a:gd name="connsiteX6" fmla="*/ 671294 w 671536"/>
                <a:gd name="connsiteY6" fmla="*/ 642865 h 73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1536" h="731215">
                  <a:moveTo>
                    <a:pt x="671294" y="642865"/>
                  </a:moveTo>
                  <a:lnTo>
                    <a:pt x="504503" y="731642"/>
                  </a:lnTo>
                  <a:cubicBezTo>
                    <a:pt x="337528" y="626623"/>
                    <a:pt x="274133" y="573304"/>
                    <a:pt x="190008" y="477026"/>
                  </a:cubicBezTo>
                  <a:cubicBezTo>
                    <a:pt x="105883" y="380747"/>
                    <a:pt x="74344" y="314403"/>
                    <a:pt x="-242" y="153970"/>
                  </a:cubicBezTo>
                  <a:lnTo>
                    <a:pt x="108041" y="426"/>
                  </a:lnTo>
                  <a:cubicBezTo>
                    <a:pt x="187574" y="198612"/>
                    <a:pt x="215800" y="271390"/>
                    <a:pt x="309675" y="378462"/>
                  </a:cubicBezTo>
                  <a:cubicBezTo>
                    <a:pt x="403547" y="485533"/>
                    <a:pt x="463001" y="531128"/>
                    <a:pt x="671294" y="642865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F251674C-ADE5-0D23-F0AA-B633B7CF97FF}"/>
                </a:ext>
              </a:extLst>
            </p:cNvPr>
            <p:cNvSpPr/>
            <p:nvPr/>
          </p:nvSpPr>
          <p:spPr>
            <a:xfrm>
              <a:off x="7671170" y="4419016"/>
              <a:ext cx="556440" cy="597511"/>
            </a:xfrm>
            <a:custGeom>
              <a:avLst/>
              <a:gdLst>
                <a:gd name="connsiteX0" fmla="*/ 556198 w 556440"/>
                <a:gd name="connsiteY0" fmla="*/ 527689 h 597511"/>
                <a:gd name="connsiteX1" fmla="*/ 380475 w 556440"/>
                <a:gd name="connsiteY1" fmla="*/ 597938 h 597511"/>
                <a:gd name="connsiteX2" fmla="*/ 151293 w 556440"/>
                <a:gd name="connsiteY2" fmla="*/ 396926 h 597511"/>
                <a:gd name="connsiteX3" fmla="*/ -242 w 556440"/>
                <a:gd name="connsiteY3" fmla="*/ 168816 h 597511"/>
                <a:gd name="connsiteX4" fmla="*/ 95591 w 556440"/>
                <a:gd name="connsiteY4" fmla="*/ 426 h 597511"/>
                <a:gd name="connsiteX5" fmla="*/ 268921 w 556440"/>
                <a:gd name="connsiteY5" fmla="*/ 295928 h 597511"/>
                <a:gd name="connsiteX6" fmla="*/ 556198 w 556440"/>
                <a:gd name="connsiteY6" fmla="*/ 527689 h 59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6440" h="597511">
                  <a:moveTo>
                    <a:pt x="556198" y="527689"/>
                  </a:moveTo>
                  <a:lnTo>
                    <a:pt x="380475" y="597938"/>
                  </a:lnTo>
                  <a:cubicBezTo>
                    <a:pt x="247666" y="507140"/>
                    <a:pt x="214745" y="468444"/>
                    <a:pt x="151293" y="396926"/>
                  </a:cubicBezTo>
                  <a:cubicBezTo>
                    <a:pt x="87840" y="325407"/>
                    <a:pt x="43493" y="251286"/>
                    <a:pt x="-242" y="168816"/>
                  </a:cubicBezTo>
                  <a:lnTo>
                    <a:pt x="95591" y="426"/>
                  </a:lnTo>
                  <a:cubicBezTo>
                    <a:pt x="153993" y="134088"/>
                    <a:pt x="192153" y="208051"/>
                    <a:pt x="268921" y="295928"/>
                  </a:cubicBezTo>
                  <a:cubicBezTo>
                    <a:pt x="345689" y="383805"/>
                    <a:pt x="398557" y="430796"/>
                    <a:pt x="556198" y="527689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84B236A5-17C6-7B9F-449F-3716B6866858}"/>
                </a:ext>
              </a:extLst>
            </p:cNvPr>
            <p:cNvSpPr/>
            <p:nvPr/>
          </p:nvSpPr>
          <p:spPr>
            <a:xfrm>
              <a:off x="9017036" y="4148528"/>
              <a:ext cx="814625" cy="505765"/>
            </a:xfrm>
            <a:custGeom>
              <a:avLst/>
              <a:gdLst>
                <a:gd name="connsiteX0" fmla="*/ 763307 w 814625"/>
                <a:gd name="connsiteY0" fmla="*/ 426 h 505765"/>
                <a:gd name="connsiteX1" fmla="*/ 814383 w 814625"/>
                <a:gd name="connsiteY1" fmla="*/ 144701 h 505765"/>
                <a:gd name="connsiteX2" fmla="*/ 492312 w 814625"/>
                <a:gd name="connsiteY2" fmla="*/ 410480 h 505765"/>
                <a:gd name="connsiteX3" fmla="*/ 85407 w 814625"/>
                <a:gd name="connsiteY3" fmla="*/ 506187 h 505765"/>
                <a:gd name="connsiteX4" fmla="*/ -242 w 814625"/>
                <a:gd name="connsiteY4" fmla="*/ 379932 h 505765"/>
                <a:gd name="connsiteX5" fmla="*/ 435915 w 814625"/>
                <a:gd name="connsiteY5" fmla="*/ 301970 h 505765"/>
                <a:gd name="connsiteX6" fmla="*/ 763307 w 814625"/>
                <a:gd name="connsiteY6" fmla="*/ 426 h 50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4625" h="505765">
                  <a:moveTo>
                    <a:pt x="763307" y="426"/>
                  </a:moveTo>
                  <a:lnTo>
                    <a:pt x="814383" y="144701"/>
                  </a:lnTo>
                  <a:cubicBezTo>
                    <a:pt x="695728" y="285463"/>
                    <a:pt x="613814" y="350231"/>
                    <a:pt x="492312" y="410480"/>
                  </a:cubicBezTo>
                  <a:cubicBezTo>
                    <a:pt x="370821" y="470719"/>
                    <a:pt x="224766" y="506621"/>
                    <a:pt x="85407" y="506187"/>
                  </a:cubicBezTo>
                  <a:lnTo>
                    <a:pt x="-242" y="379932"/>
                  </a:lnTo>
                  <a:cubicBezTo>
                    <a:pt x="164549" y="377954"/>
                    <a:pt x="308658" y="365224"/>
                    <a:pt x="435915" y="301970"/>
                  </a:cubicBezTo>
                  <a:cubicBezTo>
                    <a:pt x="563171" y="238715"/>
                    <a:pt x="649899" y="159705"/>
                    <a:pt x="763307" y="42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69EF40B-321F-05DE-066F-1F3D387C398B}"/>
                </a:ext>
              </a:extLst>
            </p:cNvPr>
            <p:cNvSpPr/>
            <p:nvPr/>
          </p:nvSpPr>
          <p:spPr>
            <a:xfrm>
              <a:off x="9145361" y="4364724"/>
              <a:ext cx="750896" cy="471033"/>
            </a:xfrm>
            <a:custGeom>
              <a:avLst/>
              <a:gdLst>
                <a:gd name="connsiteX0" fmla="*/ 704350 w 750896"/>
                <a:gd name="connsiteY0" fmla="*/ 426 h 471033"/>
                <a:gd name="connsiteX1" fmla="*/ 750655 w 750896"/>
                <a:gd name="connsiteY1" fmla="*/ 145251 h 471033"/>
                <a:gd name="connsiteX2" fmla="*/ 445965 w 750896"/>
                <a:gd name="connsiteY2" fmla="*/ 381890 h 471033"/>
                <a:gd name="connsiteX3" fmla="*/ 93902 w 750896"/>
                <a:gd name="connsiteY3" fmla="*/ 471460 h 471033"/>
                <a:gd name="connsiteX4" fmla="*/ -242 w 750896"/>
                <a:gd name="connsiteY4" fmla="*/ 347331 h 471033"/>
                <a:gd name="connsiteX5" fmla="*/ 389589 w 750896"/>
                <a:gd name="connsiteY5" fmla="*/ 268702 h 471033"/>
                <a:gd name="connsiteX6" fmla="*/ 704350 w 750896"/>
                <a:gd name="connsiteY6" fmla="*/ 426 h 47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0896" h="471033">
                  <a:moveTo>
                    <a:pt x="704350" y="426"/>
                  </a:moveTo>
                  <a:lnTo>
                    <a:pt x="750655" y="145251"/>
                  </a:lnTo>
                  <a:cubicBezTo>
                    <a:pt x="616829" y="280839"/>
                    <a:pt x="555417" y="327523"/>
                    <a:pt x="445965" y="381890"/>
                  </a:cubicBezTo>
                  <a:cubicBezTo>
                    <a:pt x="336503" y="436256"/>
                    <a:pt x="186067" y="466286"/>
                    <a:pt x="93902" y="471460"/>
                  </a:cubicBezTo>
                  <a:lnTo>
                    <a:pt x="-242" y="347331"/>
                  </a:lnTo>
                  <a:cubicBezTo>
                    <a:pt x="99657" y="349268"/>
                    <a:pt x="272150" y="326529"/>
                    <a:pt x="389589" y="268702"/>
                  </a:cubicBezTo>
                  <a:cubicBezTo>
                    <a:pt x="507017" y="210887"/>
                    <a:pt x="571931" y="161250"/>
                    <a:pt x="704350" y="42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C4A39BE0-F587-9D99-7068-F9594E2ACBE2}"/>
                </a:ext>
              </a:extLst>
            </p:cNvPr>
            <p:cNvSpPr/>
            <p:nvPr/>
          </p:nvSpPr>
          <p:spPr>
            <a:xfrm>
              <a:off x="9288539" y="4588972"/>
              <a:ext cx="654573" cy="421778"/>
            </a:xfrm>
            <a:custGeom>
              <a:avLst/>
              <a:gdLst>
                <a:gd name="connsiteX0" fmla="*/ 620108 w 654573"/>
                <a:gd name="connsiteY0" fmla="*/ 426 h 421778"/>
                <a:gd name="connsiteX1" fmla="*/ 654332 w 654573"/>
                <a:gd name="connsiteY1" fmla="*/ 149431 h 421778"/>
                <a:gd name="connsiteX2" fmla="*/ 389271 w 654573"/>
                <a:gd name="connsiteY2" fmla="*/ 341565 h 421778"/>
                <a:gd name="connsiteX3" fmla="*/ 96896 w 654573"/>
                <a:gd name="connsiteY3" fmla="*/ 422204 h 421778"/>
                <a:gd name="connsiteX4" fmla="*/ -242 w 654573"/>
                <a:gd name="connsiteY4" fmla="*/ 305271 h 421778"/>
                <a:gd name="connsiteX5" fmla="*/ 337476 w 654573"/>
                <a:gd name="connsiteY5" fmla="*/ 227309 h 421778"/>
                <a:gd name="connsiteX6" fmla="*/ 620108 w 654573"/>
                <a:gd name="connsiteY6" fmla="*/ 426 h 42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573" h="421778">
                  <a:moveTo>
                    <a:pt x="620108" y="426"/>
                  </a:moveTo>
                  <a:lnTo>
                    <a:pt x="654332" y="149431"/>
                  </a:lnTo>
                  <a:cubicBezTo>
                    <a:pt x="537157" y="257793"/>
                    <a:pt x="482177" y="296097"/>
                    <a:pt x="389271" y="341565"/>
                  </a:cubicBezTo>
                  <a:cubicBezTo>
                    <a:pt x="296355" y="387032"/>
                    <a:pt x="237894" y="397698"/>
                    <a:pt x="96896" y="422204"/>
                  </a:cubicBezTo>
                  <a:lnTo>
                    <a:pt x="-242" y="305271"/>
                  </a:lnTo>
                  <a:cubicBezTo>
                    <a:pt x="171299" y="284849"/>
                    <a:pt x="234075" y="278120"/>
                    <a:pt x="337476" y="227309"/>
                  </a:cubicBezTo>
                  <a:cubicBezTo>
                    <a:pt x="440866" y="176508"/>
                    <a:pt x="488990" y="139643"/>
                    <a:pt x="620108" y="42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CDF3B148-9187-AE59-10E1-17E86C58C48A}"/>
                </a:ext>
              </a:extLst>
            </p:cNvPr>
            <p:cNvSpPr/>
            <p:nvPr/>
          </p:nvSpPr>
          <p:spPr>
            <a:xfrm>
              <a:off x="9445438" y="4823007"/>
              <a:ext cx="526661" cy="359232"/>
            </a:xfrm>
            <a:custGeom>
              <a:avLst/>
              <a:gdLst>
                <a:gd name="connsiteX0" fmla="*/ 508540 w 526661"/>
                <a:gd name="connsiteY0" fmla="*/ 426 h 359232"/>
                <a:gd name="connsiteX1" fmla="*/ 526419 w 526661"/>
                <a:gd name="connsiteY1" fmla="*/ 152521 h 359232"/>
                <a:gd name="connsiteX2" fmla="*/ 321173 w 526661"/>
                <a:gd name="connsiteY2" fmla="*/ 289272 h 359232"/>
                <a:gd name="connsiteX3" fmla="*/ 111103 w 526661"/>
                <a:gd name="connsiteY3" fmla="*/ 359659 h 359232"/>
                <a:gd name="connsiteX4" fmla="*/ -242 w 526661"/>
                <a:gd name="connsiteY4" fmla="*/ 249328 h 359232"/>
                <a:gd name="connsiteX5" fmla="*/ 267040 w 526661"/>
                <a:gd name="connsiteY5" fmla="*/ 176106 h 359232"/>
                <a:gd name="connsiteX6" fmla="*/ 508540 w 526661"/>
                <a:gd name="connsiteY6" fmla="*/ 426 h 35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661" h="359232">
                  <a:moveTo>
                    <a:pt x="508540" y="426"/>
                  </a:moveTo>
                  <a:lnTo>
                    <a:pt x="526419" y="152521"/>
                  </a:lnTo>
                  <a:cubicBezTo>
                    <a:pt x="427546" y="237181"/>
                    <a:pt x="390393" y="254756"/>
                    <a:pt x="321173" y="289272"/>
                  </a:cubicBezTo>
                  <a:cubicBezTo>
                    <a:pt x="251954" y="323799"/>
                    <a:pt x="184723" y="342845"/>
                    <a:pt x="111103" y="359659"/>
                  </a:cubicBezTo>
                  <a:lnTo>
                    <a:pt x="-242" y="249328"/>
                  </a:lnTo>
                  <a:cubicBezTo>
                    <a:pt x="116456" y="231837"/>
                    <a:pt x="182248" y="217585"/>
                    <a:pt x="267040" y="176106"/>
                  </a:cubicBezTo>
                  <a:cubicBezTo>
                    <a:pt x="351842" y="134617"/>
                    <a:pt x="399681" y="103202"/>
                    <a:pt x="508540" y="42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8D08740A-B167-C765-399D-3B2014C4CB86}"/>
                </a:ext>
              </a:extLst>
            </p:cNvPr>
            <p:cNvSpPr/>
            <p:nvPr/>
          </p:nvSpPr>
          <p:spPr>
            <a:xfrm>
              <a:off x="9659793" y="3423714"/>
              <a:ext cx="277255" cy="671728"/>
            </a:xfrm>
            <a:custGeom>
              <a:avLst/>
              <a:gdLst>
                <a:gd name="connsiteX0" fmla="*/ -242 w 277255"/>
                <a:gd name="connsiteY0" fmla="*/ 11325 h 671728"/>
                <a:gd name="connsiteX1" fmla="*/ 120529 w 277255"/>
                <a:gd name="connsiteY1" fmla="*/ 426 h 671728"/>
                <a:gd name="connsiteX2" fmla="*/ 261327 w 277255"/>
                <a:gd name="connsiteY2" fmla="*/ 299907 h 671728"/>
                <a:gd name="connsiteX3" fmla="*/ 254927 w 277255"/>
                <a:gd name="connsiteY3" fmla="*/ 631152 h 671728"/>
                <a:gd name="connsiteX4" fmla="*/ 141201 w 277255"/>
                <a:gd name="connsiteY4" fmla="*/ 672154 h 671728"/>
                <a:gd name="connsiteX5" fmla="*/ 166961 w 277255"/>
                <a:gd name="connsiteY5" fmla="*/ 321915 h 671728"/>
                <a:gd name="connsiteX6" fmla="*/ -242 w 277255"/>
                <a:gd name="connsiteY6" fmla="*/ 11325 h 67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255" h="671728">
                  <a:moveTo>
                    <a:pt x="-242" y="11325"/>
                  </a:moveTo>
                  <a:lnTo>
                    <a:pt x="120529" y="426"/>
                  </a:lnTo>
                  <a:cubicBezTo>
                    <a:pt x="205290" y="119158"/>
                    <a:pt x="238921" y="194782"/>
                    <a:pt x="261327" y="299907"/>
                  </a:cubicBezTo>
                  <a:cubicBezTo>
                    <a:pt x="283723" y="405020"/>
                    <a:pt x="282613" y="524229"/>
                    <a:pt x="254927" y="631152"/>
                  </a:cubicBezTo>
                  <a:lnTo>
                    <a:pt x="141201" y="672154"/>
                  </a:lnTo>
                  <a:cubicBezTo>
                    <a:pt x="172039" y="545211"/>
                    <a:pt x="190542" y="432055"/>
                    <a:pt x="166961" y="321915"/>
                  </a:cubicBezTo>
                  <a:cubicBezTo>
                    <a:pt x="143391" y="211775"/>
                    <a:pt x="99763" y="129676"/>
                    <a:pt x="-242" y="11325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13DBBD73-A86A-6FD9-0480-09BC148DC069}"/>
                </a:ext>
              </a:extLst>
            </p:cNvPr>
            <p:cNvSpPr/>
            <p:nvPr/>
          </p:nvSpPr>
          <p:spPr>
            <a:xfrm>
              <a:off x="9839352" y="3416635"/>
              <a:ext cx="254953" cy="616293"/>
            </a:xfrm>
            <a:custGeom>
              <a:avLst/>
              <a:gdLst>
                <a:gd name="connsiteX0" fmla="*/ -242 w 254953"/>
                <a:gd name="connsiteY0" fmla="*/ 7568 h 616293"/>
                <a:gd name="connsiteX1" fmla="*/ 120022 w 254953"/>
                <a:gd name="connsiteY1" fmla="*/ 426 h 616293"/>
                <a:gd name="connsiteX2" fmla="*/ 241872 w 254953"/>
                <a:gd name="connsiteY2" fmla="*/ 280860 h 616293"/>
                <a:gd name="connsiteX3" fmla="*/ 241523 w 254953"/>
                <a:gd name="connsiteY3" fmla="*/ 568786 h 616293"/>
                <a:gd name="connsiteX4" fmla="*/ 127766 w 254953"/>
                <a:gd name="connsiteY4" fmla="*/ 616719 h 616293"/>
                <a:gd name="connsiteX5" fmla="*/ 143920 w 254953"/>
                <a:gd name="connsiteY5" fmla="*/ 301938 h 616293"/>
                <a:gd name="connsiteX6" fmla="*/ -242 w 254953"/>
                <a:gd name="connsiteY6" fmla="*/ 7568 h 616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4953" h="616293">
                  <a:moveTo>
                    <a:pt x="-242" y="7568"/>
                  </a:moveTo>
                  <a:lnTo>
                    <a:pt x="120022" y="426"/>
                  </a:lnTo>
                  <a:cubicBezTo>
                    <a:pt x="197831" y="129813"/>
                    <a:pt x="221613" y="186137"/>
                    <a:pt x="241872" y="280860"/>
                  </a:cubicBezTo>
                  <a:cubicBezTo>
                    <a:pt x="262121" y="375583"/>
                    <a:pt x="255646" y="496993"/>
                    <a:pt x="241523" y="568786"/>
                  </a:cubicBezTo>
                  <a:lnTo>
                    <a:pt x="127766" y="616719"/>
                  </a:lnTo>
                  <a:cubicBezTo>
                    <a:pt x="148850" y="540386"/>
                    <a:pt x="165258" y="403465"/>
                    <a:pt x="143920" y="301938"/>
                  </a:cubicBezTo>
                  <a:cubicBezTo>
                    <a:pt x="122582" y="200411"/>
                    <a:pt x="97224" y="140818"/>
                    <a:pt x="-242" y="7568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F0566EBE-D632-572F-0A4A-0F3EE1895E4B}"/>
                </a:ext>
              </a:extLst>
            </p:cNvPr>
            <p:cNvSpPr/>
            <p:nvPr/>
          </p:nvSpPr>
          <p:spPr>
            <a:xfrm>
              <a:off x="10023059" y="3422529"/>
              <a:ext cx="228391" cy="536203"/>
            </a:xfrm>
            <a:custGeom>
              <a:avLst/>
              <a:gdLst>
                <a:gd name="connsiteX0" fmla="*/ -242 w 228391"/>
                <a:gd name="connsiteY0" fmla="*/ 426 h 536203"/>
                <a:gd name="connsiteX1" fmla="*/ 120857 w 228391"/>
                <a:gd name="connsiteY1" fmla="*/ 3389 h 536203"/>
                <a:gd name="connsiteX2" fmla="*/ 216313 w 228391"/>
                <a:gd name="connsiteY2" fmla="*/ 244651 h 536203"/>
                <a:gd name="connsiteX3" fmla="*/ 220830 w 228391"/>
                <a:gd name="connsiteY3" fmla="*/ 484993 h 536203"/>
                <a:gd name="connsiteX4" fmla="*/ 112013 w 228391"/>
                <a:gd name="connsiteY4" fmla="*/ 536630 h 536203"/>
                <a:gd name="connsiteX5" fmla="*/ 118445 w 228391"/>
                <a:gd name="connsiteY5" fmla="*/ 261994 h 536203"/>
                <a:gd name="connsiteX6" fmla="*/ -242 w 228391"/>
                <a:gd name="connsiteY6" fmla="*/ 426 h 53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391" h="536203">
                  <a:moveTo>
                    <a:pt x="-242" y="426"/>
                  </a:moveTo>
                  <a:lnTo>
                    <a:pt x="120857" y="3389"/>
                  </a:lnTo>
                  <a:cubicBezTo>
                    <a:pt x="181031" y="114640"/>
                    <a:pt x="199651" y="164382"/>
                    <a:pt x="216313" y="244651"/>
                  </a:cubicBezTo>
                  <a:cubicBezTo>
                    <a:pt x="232975" y="324921"/>
                    <a:pt x="229695" y="371901"/>
                    <a:pt x="220830" y="484993"/>
                  </a:cubicBezTo>
                  <a:lnTo>
                    <a:pt x="112013" y="536630"/>
                  </a:lnTo>
                  <a:cubicBezTo>
                    <a:pt x="129998" y="400904"/>
                    <a:pt x="137149" y="351363"/>
                    <a:pt x="118445" y="261994"/>
                  </a:cubicBezTo>
                  <a:cubicBezTo>
                    <a:pt x="99741" y="172625"/>
                    <a:pt x="80889" y="128438"/>
                    <a:pt x="-242" y="42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72B80891-79B8-0463-3CF4-98A754732FCB}"/>
                </a:ext>
              </a:extLst>
            </p:cNvPr>
            <p:cNvSpPr/>
            <p:nvPr/>
          </p:nvSpPr>
          <p:spPr>
            <a:xfrm>
              <a:off x="10211611" y="3433650"/>
              <a:ext cx="198241" cy="439554"/>
            </a:xfrm>
            <a:custGeom>
              <a:avLst/>
              <a:gdLst>
                <a:gd name="connsiteX0" fmla="*/ -242 w 198241"/>
                <a:gd name="connsiteY0" fmla="*/ 426 h 439554"/>
                <a:gd name="connsiteX1" fmla="*/ 120011 w 198241"/>
                <a:gd name="connsiteY1" fmla="*/ 16552 h 439554"/>
                <a:gd name="connsiteX2" fmla="*/ 184702 w 198241"/>
                <a:gd name="connsiteY2" fmla="*/ 201004 h 439554"/>
                <a:gd name="connsiteX3" fmla="*/ 197493 w 198241"/>
                <a:gd name="connsiteY3" fmla="*/ 376134 h 439554"/>
                <a:gd name="connsiteX4" fmla="*/ 90950 w 198241"/>
                <a:gd name="connsiteY4" fmla="*/ 439981 h 439554"/>
                <a:gd name="connsiteX5" fmla="*/ 87205 w 198241"/>
                <a:gd name="connsiteY5" fmla="*/ 220357 h 439554"/>
                <a:gd name="connsiteX6" fmla="*/ -242 w 198241"/>
                <a:gd name="connsiteY6" fmla="*/ 426 h 439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241" h="439554">
                  <a:moveTo>
                    <a:pt x="-242" y="426"/>
                  </a:moveTo>
                  <a:lnTo>
                    <a:pt x="120011" y="16552"/>
                  </a:lnTo>
                  <a:cubicBezTo>
                    <a:pt x="165586" y="109095"/>
                    <a:pt x="171785" y="141072"/>
                    <a:pt x="184702" y="201004"/>
                  </a:cubicBezTo>
                  <a:cubicBezTo>
                    <a:pt x="197620" y="260936"/>
                    <a:pt x="199048" y="316297"/>
                    <a:pt x="197493" y="376134"/>
                  </a:cubicBezTo>
                  <a:lnTo>
                    <a:pt x="90950" y="439981"/>
                  </a:lnTo>
                  <a:cubicBezTo>
                    <a:pt x="100429" y="346940"/>
                    <a:pt x="102407" y="293611"/>
                    <a:pt x="87205" y="220357"/>
                  </a:cubicBezTo>
                  <a:cubicBezTo>
                    <a:pt x="72003" y="147103"/>
                    <a:pt x="57277" y="104196"/>
                    <a:pt x="-242" y="42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2A7C34E8-96A0-3F53-ADD7-F583B7E3C005}"/>
                </a:ext>
              </a:extLst>
            </p:cNvPr>
            <p:cNvSpPr/>
            <p:nvPr/>
          </p:nvSpPr>
          <p:spPr>
            <a:xfrm>
              <a:off x="9081971" y="3231351"/>
              <a:ext cx="538869" cy="174396"/>
            </a:xfrm>
            <a:custGeom>
              <a:avLst/>
              <a:gdLst>
                <a:gd name="connsiteX0" fmla="*/ -242 w 538869"/>
                <a:gd name="connsiteY0" fmla="*/ 140676 h 174396"/>
                <a:gd name="connsiteX1" fmla="*/ 17510 w 538869"/>
                <a:gd name="connsiteY1" fmla="*/ 45392 h 174396"/>
                <a:gd name="connsiteX2" fmla="*/ 278317 w 538869"/>
                <a:gd name="connsiteY2" fmla="*/ 1861 h 174396"/>
                <a:gd name="connsiteX3" fmla="*/ 531709 w 538869"/>
                <a:gd name="connsiteY3" fmla="*/ 78448 h 174396"/>
                <a:gd name="connsiteX4" fmla="*/ 538627 w 538869"/>
                <a:gd name="connsiteY4" fmla="*/ 174822 h 174396"/>
                <a:gd name="connsiteX5" fmla="*/ 274826 w 538869"/>
                <a:gd name="connsiteY5" fmla="*/ 79221 h 174396"/>
                <a:gd name="connsiteX6" fmla="*/ -242 w 538869"/>
                <a:gd name="connsiteY6" fmla="*/ 140676 h 1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869" h="174396">
                  <a:moveTo>
                    <a:pt x="-242" y="140676"/>
                  </a:moveTo>
                  <a:lnTo>
                    <a:pt x="17510" y="45392"/>
                  </a:lnTo>
                  <a:cubicBezTo>
                    <a:pt x="127173" y="5861"/>
                    <a:pt x="192616" y="-3652"/>
                    <a:pt x="278317" y="1861"/>
                  </a:cubicBezTo>
                  <a:cubicBezTo>
                    <a:pt x="364008" y="7364"/>
                    <a:pt x="455454" y="34018"/>
                    <a:pt x="531709" y="78448"/>
                  </a:cubicBezTo>
                  <a:lnTo>
                    <a:pt x="538627" y="174822"/>
                  </a:lnTo>
                  <a:cubicBezTo>
                    <a:pt x="447668" y="123641"/>
                    <a:pt x="364643" y="84913"/>
                    <a:pt x="274826" y="79221"/>
                  </a:cubicBezTo>
                  <a:cubicBezTo>
                    <a:pt x="185020" y="73528"/>
                    <a:pt x="112426" y="89336"/>
                    <a:pt x="-242" y="14067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AEF1774A-E906-67E2-FB39-9C23A71A044E}"/>
                </a:ext>
              </a:extLst>
            </p:cNvPr>
            <p:cNvSpPr/>
            <p:nvPr/>
          </p:nvSpPr>
          <p:spPr>
            <a:xfrm>
              <a:off x="9112492" y="3102433"/>
              <a:ext cx="496214" cy="161969"/>
            </a:xfrm>
            <a:custGeom>
              <a:avLst/>
              <a:gdLst>
                <a:gd name="connsiteX0" fmla="*/ -242 w 496214"/>
                <a:gd name="connsiteY0" fmla="*/ 129086 h 161969"/>
                <a:gd name="connsiteX1" fmla="*/ 20292 w 496214"/>
                <a:gd name="connsiteY1" fmla="*/ 35008 h 161969"/>
                <a:gd name="connsiteX2" fmla="*/ 262343 w 496214"/>
                <a:gd name="connsiteY2" fmla="*/ 1931 h 161969"/>
                <a:gd name="connsiteX3" fmla="*/ 483722 w 496214"/>
                <a:gd name="connsiteY3" fmla="*/ 64498 h 161969"/>
                <a:gd name="connsiteX4" fmla="*/ 495972 w 496214"/>
                <a:gd name="connsiteY4" fmla="*/ 162396 h 161969"/>
                <a:gd name="connsiteX5" fmla="*/ 257360 w 496214"/>
                <a:gd name="connsiteY5" fmla="*/ 81862 h 161969"/>
                <a:gd name="connsiteX6" fmla="*/ -242 w 496214"/>
                <a:gd name="connsiteY6" fmla="*/ 129086 h 161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6214" h="161969">
                  <a:moveTo>
                    <a:pt x="-242" y="129086"/>
                  </a:moveTo>
                  <a:lnTo>
                    <a:pt x="20292" y="35008"/>
                  </a:lnTo>
                  <a:cubicBezTo>
                    <a:pt x="136641" y="3137"/>
                    <a:pt x="185105" y="-2978"/>
                    <a:pt x="262343" y="1931"/>
                  </a:cubicBezTo>
                  <a:cubicBezTo>
                    <a:pt x="339581" y="6852"/>
                    <a:pt x="431556" y="38098"/>
                    <a:pt x="483722" y="64498"/>
                  </a:cubicBezTo>
                  <a:lnTo>
                    <a:pt x="495972" y="162396"/>
                  </a:lnTo>
                  <a:cubicBezTo>
                    <a:pt x="441828" y="129657"/>
                    <a:pt x="340057" y="87406"/>
                    <a:pt x="257360" y="81862"/>
                  </a:cubicBezTo>
                  <a:cubicBezTo>
                    <a:pt x="174652" y="76307"/>
                    <a:pt x="123343" y="82931"/>
                    <a:pt x="-242" y="12908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D0AE813-4050-78A6-723E-B0FDB1CDDE61}"/>
                </a:ext>
              </a:extLst>
            </p:cNvPr>
            <p:cNvSpPr/>
            <p:nvPr/>
          </p:nvSpPr>
          <p:spPr>
            <a:xfrm>
              <a:off x="9151285" y="2973966"/>
              <a:ext cx="436696" cy="145156"/>
            </a:xfrm>
            <a:custGeom>
              <a:avLst/>
              <a:gdLst>
                <a:gd name="connsiteX0" fmla="*/ -242 w 436696"/>
                <a:gd name="connsiteY0" fmla="*/ 115934 h 145156"/>
                <a:gd name="connsiteX1" fmla="*/ 28237 w 436696"/>
                <a:gd name="connsiteY1" fmla="*/ 23401 h 145156"/>
                <a:gd name="connsiteX2" fmla="*/ 234456 w 436696"/>
                <a:gd name="connsiteY2" fmla="*/ 2154 h 145156"/>
                <a:gd name="connsiteX3" fmla="*/ 420279 w 436696"/>
                <a:gd name="connsiteY3" fmla="*/ 50679 h 145156"/>
                <a:gd name="connsiteX4" fmla="*/ 436454 w 436696"/>
                <a:gd name="connsiteY4" fmla="*/ 145582 h 145156"/>
                <a:gd name="connsiteX5" fmla="*/ 226617 w 436696"/>
                <a:gd name="connsiteY5" fmla="*/ 81206 h 145156"/>
                <a:gd name="connsiteX6" fmla="*/ -242 w 436696"/>
                <a:gd name="connsiteY6" fmla="*/ 115934 h 14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6696" h="145156">
                  <a:moveTo>
                    <a:pt x="-242" y="115934"/>
                  </a:moveTo>
                  <a:lnTo>
                    <a:pt x="28237" y="23401"/>
                  </a:lnTo>
                  <a:cubicBezTo>
                    <a:pt x="126824" y="1170"/>
                    <a:pt x="169109" y="-2396"/>
                    <a:pt x="234456" y="2154"/>
                  </a:cubicBezTo>
                  <a:cubicBezTo>
                    <a:pt x="299793" y="6704"/>
                    <a:pt x="335222" y="19391"/>
                    <a:pt x="420279" y="50679"/>
                  </a:cubicBezTo>
                  <a:lnTo>
                    <a:pt x="436454" y="145582"/>
                  </a:lnTo>
                  <a:cubicBezTo>
                    <a:pt x="335952" y="102379"/>
                    <a:pt x="299401" y="86158"/>
                    <a:pt x="226617" y="81206"/>
                  </a:cubicBezTo>
                  <a:cubicBezTo>
                    <a:pt x="153832" y="76265"/>
                    <a:pt x="115769" y="81206"/>
                    <a:pt x="-242" y="115934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11FA7DFF-D3FB-ADF5-0755-9817F45D4F3D}"/>
                </a:ext>
              </a:extLst>
            </p:cNvPr>
            <p:cNvSpPr/>
            <p:nvPr/>
          </p:nvSpPr>
          <p:spPr>
            <a:xfrm>
              <a:off x="9200637" y="2845727"/>
              <a:ext cx="357807" cy="126020"/>
            </a:xfrm>
            <a:custGeom>
              <a:avLst/>
              <a:gdLst>
                <a:gd name="connsiteX0" fmla="*/ -242 w 357807"/>
                <a:gd name="connsiteY0" fmla="*/ 101506 h 126020"/>
                <a:gd name="connsiteX1" fmla="*/ 38182 w 357807"/>
                <a:gd name="connsiteY1" fmla="*/ 12465 h 126020"/>
                <a:gd name="connsiteX2" fmla="*/ 194044 w 357807"/>
                <a:gd name="connsiteY2" fmla="*/ 2604 h 126020"/>
                <a:gd name="connsiteX3" fmla="*/ 331509 w 357807"/>
                <a:gd name="connsiteY3" fmla="*/ 30654 h 126020"/>
                <a:gd name="connsiteX4" fmla="*/ 357566 w 357807"/>
                <a:gd name="connsiteY4" fmla="*/ 126446 h 126020"/>
                <a:gd name="connsiteX5" fmla="*/ 187834 w 357807"/>
                <a:gd name="connsiteY5" fmla="*/ 81804 h 126020"/>
                <a:gd name="connsiteX6" fmla="*/ -242 w 357807"/>
                <a:gd name="connsiteY6" fmla="*/ 101506 h 12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07" h="126020">
                  <a:moveTo>
                    <a:pt x="-242" y="101506"/>
                  </a:moveTo>
                  <a:lnTo>
                    <a:pt x="38182" y="12465"/>
                  </a:lnTo>
                  <a:cubicBezTo>
                    <a:pt x="119218" y="-2581"/>
                    <a:pt x="145158" y="-423"/>
                    <a:pt x="194044" y="2604"/>
                  </a:cubicBezTo>
                  <a:cubicBezTo>
                    <a:pt x="242930" y="5630"/>
                    <a:pt x="285818" y="16518"/>
                    <a:pt x="331509" y="30654"/>
                  </a:cubicBezTo>
                  <a:lnTo>
                    <a:pt x="357566" y="126446"/>
                  </a:lnTo>
                  <a:cubicBezTo>
                    <a:pt x="288050" y="99020"/>
                    <a:pt x="247469" y="85962"/>
                    <a:pt x="187834" y="81804"/>
                  </a:cubicBezTo>
                  <a:cubicBezTo>
                    <a:pt x="128199" y="77646"/>
                    <a:pt x="92019" y="79698"/>
                    <a:pt x="-242" y="10150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606BC2F9-9ED6-23FC-DEF3-78A5F619D080}"/>
                </a:ext>
              </a:extLst>
            </p:cNvPr>
            <p:cNvSpPr/>
            <p:nvPr/>
          </p:nvSpPr>
          <p:spPr>
            <a:xfrm>
              <a:off x="8884880" y="3390489"/>
              <a:ext cx="175392" cy="431565"/>
            </a:xfrm>
            <a:custGeom>
              <a:avLst/>
              <a:gdLst>
                <a:gd name="connsiteX0" fmla="*/ 93448 w 175392"/>
                <a:gd name="connsiteY0" fmla="*/ 431992 h 431565"/>
                <a:gd name="connsiteX1" fmla="*/ 17617 w 175392"/>
                <a:gd name="connsiteY1" fmla="*/ 408131 h 431565"/>
                <a:gd name="connsiteX2" fmla="*/ 8233 w 175392"/>
                <a:gd name="connsiteY2" fmla="*/ 195216 h 431565"/>
                <a:gd name="connsiteX3" fmla="*/ 95966 w 175392"/>
                <a:gd name="connsiteY3" fmla="*/ 426 h 431565"/>
                <a:gd name="connsiteX4" fmla="*/ 175151 w 175392"/>
                <a:gd name="connsiteY4" fmla="*/ 4680 h 431565"/>
                <a:gd name="connsiteX5" fmla="*/ 70904 w 175392"/>
                <a:gd name="connsiteY5" fmla="*/ 205861 h 431565"/>
                <a:gd name="connsiteX6" fmla="*/ 93448 w 175392"/>
                <a:gd name="connsiteY6" fmla="*/ 431992 h 431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392" h="431565">
                  <a:moveTo>
                    <a:pt x="93448" y="431992"/>
                  </a:moveTo>
                  <a:lnTo>
                    <a:pt x="17617" y="408131"/>
                  </a:lnTo>
                  <a:cubicBezTo>
                    <a:pt x="-3616" y="316445"/>
                    <a:pt x="-4822" y="263169"/>
                    <a:pt x="8233" y="195216"/>
                  </a:cubicBezTo>
                  <a:cubicBezTo>
                    <a:pt x="21298" y="127263"/>
                    <a:pt x="52147" y="56866"/>
                    <a:pt x="95966" y="426"/>
                  </a:cubicBezTo>
                  <a:lnTo>
                    <a:pt x="175151" y="4680"/>
                  </a:lnTo>
                  <a:cubicBezTo>
                    <a:pt x="124371" y="72198"/>
                    <a:pt x="84519" y="134638"/>
                    <a:pt x="70904" y="205861"/>
                  </a:cubicBezTo>
                  <a:cubicBezTo>
                    <a:pt x="57289" y="277083"/>
                    <a:pt x="62896" y="336719"/>
                    <a:pt x="93448" y="431992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16ADEC4C-6355-54ED-6A83-924DE0827303}"/>
                </a:ext>
              </a:extLst>
            </p:cNvPr>
            <p:cNvSpPr/>
            <p:nvPr/>
          </p:nvSpPr>
          <p:spPr>
            <a:xfrm>
              <a:off x="8781461" y="3389769"/>
              <a:ext cx="162494" cy="393452"/>
            </a:xfrm>
            <a:custGeom>
              <a:avLst/>
              <a:gdLst>
                <a:gd name="connsiteX0" fmla="*/ 85501 w 162494"/>
                <a:gd name="connsiteY0" fmla="*/ 393878 h 393452"/>
                <a:gd name="connsiteX1" fmla="*/ 10929 w 162494"/>
                <a:gd name="connsiteY1" fmla="*/ 367912 h 393452"/>
                <a:gd name="connsiteX2" fmla="*/ 8189 w 162494"/>
                <a:gd name="connsiteY2" fmla="*/ 171048 h 393452"/>
                <a:gd name="connsiteX3" fmla="*/ 81291 w 162494"/>
                <a:gd name="connsiteY3" fmla="*/ 426 h 393452"/>
                <a:gd name="connsiteX4" fmla="*/ 162253 w 162494"/>
                <a:gd name="connsiteY4" fmla="*/ 574 h 393452"/>
                <a:gd name="connsiteX5" fmla="*/ 72796 w 162494"/>
                <a:gd name="connsiteY5" fmla="*/ 183153 h 393452"/>
                <a:gd name="connsiteX6" fmla="*/ 85501 w 162494"/>
                <a:gd name="connsiteY6" fmla="*/ 393878 h 3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94" h="393452">
                  <a:moveTo>
                    <a:pt x="85501" y="393878"/>
                  </a:moveTo>
                  <a:lnTo>
                    <a:pt x="10929" y="367912"/>
                  </a:lnTo>
                  <a:cubicBezTo>
                    <a:pt x="-3406" y="271655"/>
                    <a:pt x="-3533" y="232292"/>
                    <a:pt x="8189" y="171048"/>
                  </a:cubicBezTo>
                  <a:cubicBezTo>
                    <a:pt x="19921" y="109804"/>
                    <a:pt x="54578" y="39439"/>
                    <a:pt x="81291" y="426"/>
                  </a:cubicBezTo>
                  <a:lnTo>
                    <a:pt x="162253" y="574"/>
                  </a:lnTo>
                  <a:cubicBezTo>
                    <a:pt x="130177" y="40529"/>
                    <a:pt x="85586" y="117603"/>
                    <a:pt x="72796" y="183153"/>
                  </a:cubicBezTo>
                  <a:cubicBezTo>
                    <a:pt x="59995" y="248704"/>
                    <a:pt x="60259" y="290394"/>
                    <a:pt x="85501" y="393878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F91040F6-9911-6D5A-8218-91F07341E69B}"/>
                </a:ext>
              </a:extLst>
            </p:cNvPr>
            <p:cNvSpPr/>
            <p:nvPr/>
          </p:nvSpPr>
          <p:spPr>
            <a:xfrm>
              <a:off x="8677848" y="3391558"/>
              <a:ext cx="145727" cy="346101"/>
            </a:xfrm>
            <a:custGeom>
              <a:avLst/>
              <a:gdLst>
                <a:gd name="connsiteX0" fmla="*/ 77662 w 145727"/>
                <a:gd name="connsiteY0" fmla="*/ 346527 h 346101"/>
                <a:gd name="connsiteX1" fmla="*/ 5142 w 145727"/>
                <a:gd name="connsiteY1" fmla="*/ 314361 h 346101"/>
                <a:gd name="connsiteX2" fmla="*/ 8454 w 145727"/>
                <a:gd name="connsiteY2" fmla="*/ 147346 h 346101"/>
                <a:gd name="connsiteX3" fmla="*/ 66565 w 145727"/>
                <a:gd name="connsiteY3" fmla="*/ 3717 h 346101"/>
                <a:gd name="connsiteX4" fmla="*/ 145485 w 145727"/>
                <a:gd name="connsiteY4" fmla="*/ 426 h 346101"/>
                <a:gd name="connsiteX5" fmla="*/ 72066 w 145727"/>
                <a:gd name="connsiteY5" fmla="*/ 161631 h 346101"/>
                <a:gd name="connsiteX6" fmla="*/ 77662 w 145727"/>
                <a:gd name="connsiteY6" fmla="*/ 346527 h 346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727" h="346101">
                  <a:moveTo>
                    <a:pt x="77662" y="346527"/>
                  </a:moveTo>
                  <a:lnTo>
                    <a:pt x="5142" y="314361"/>
                  </a:lnTo>
                  <a:cubicBezTo>
                    <a:pt x="-3109" y="233287"/>
                    <a:pt x="-1777" y="199120"/>
                    <a:pt x="8454" y="147346"/>
                  </a:cubicBezTo>
                  <a:cubicBezTo>
                    <a:pt x="18694" y="95572"/>
                    <a:pt x="32574" y="68537"/>
                    <a:pt x="66565" y="3717"/>
                  </a:cubicBezTo>
                  <a:lnTo>
                    <a:pt x="145485" y="426"/>
                  </a:lnTo>
                  <a:cubicBezTo>
                    <a:pt x="100238" y="76378"/>
                    <a:pt x="83375" y="103953"/>
                    <a:pt x="72066" y="161631"/>
                  </a:cubicBezTo>
                  <a:cubicBezTo>
                    <a:pt x="60757" y="219320"/>
                    <a:pt x="60979" y="250249"/>
                    <a:pt x="77662" y="346527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B78CB9A3-15FA-5DB2-E8A4-932C38FA6C68}"/>
                </a:ext>
              </a:extLst>
            </p:cNvPr>
            <p:cNvSpPr/>
            <p:nvPr/>
          </p:nvSpPr>
          <p:spPr>
            <a:xfrm>
              <a:off x="8574211" y="3400033"/>
              <a:ext cx="126381" cy="283502"/>
            </a:xfrm>
            <a:custGeom>
              <a:avLst/>
              <a:gdLst>
                <a:gd name="connsiteX0" fmla="*/ 70049 w 126381"/>
                <a:gd name="connsiteY0" fmla="*/ 283929 h 283502"/>
                <a:gd name="connsiteX1" fmla="*/ 1369 w 126381"/>
                <a:gd name="connsiteY1" fmla="*/ 244175 h 283502"/>
                <a:gd name="connsiteX2" fmla="*/ 8923 w 126381"/>
                <a:gd name="connsiteY2" fmla="*/ 118565 h 283502"/>
                <a:gd name="connsiteX3" fmla="*/ 45516 w 126381"/>
                <a:gd name="connsiteY3" fmla="*/ 11526 h 283502"/>
                <a:gd name="connsiteX4" fmla="*/ 126139 w 126381"/>
                <a:gd name="connsiteY4" fmla="*/ 426 h 283502"/>
                <a:gd name="connsiteX5" fmla="*/ 72810 w 126381"/>
                <a:gd name="connsiteY5" fmla="*/ 131580 h 283502"/>
                <a:gd name="connsiteX6" fmla="*/ 70049 w 126381"/>
                <a:gd name="connsiteY6" fmla="*/ 283929 h 28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381" h="283502">
                  <a:moveTo>
                    <a:pt x="70049" y="283929"/>
                  </a:moveTo>
                  <a:lnTo>
                    <a:pt x="1369" y="244175"/>
                  </a:lnTo>
                  <a:cubicBezTo>
                    <a:pt x="-2778" y="177863"/>
                    <a:pt x="1560" y="157346"/>
                    <a:pt x="8923" y="118565"/>
                  </a:cubicBezTo>
                  <a:cubicBezTo>
                    <a:pt x="16275" y="79796"/>
                    <a:pt x="29436" y="46613"/>
                    <a:pt x="45516" y="11526"/>
                  </a:cubicBezTo>
                  <a:lnTo>
                    <a:pt x="126139" y="426"/>
                  </a:lnTo>
                  <a:cubicBezTo>
                    <a:pt x="96856" y="53205"/>
                    <a:pt x="82162" y="84325"/>
                    <a:pt x="72810" y="131580"/>
                  </a:cubicBezTo>
                  <a:cubicBezTo>
                    <a:pt x="63458" y="178825"/>
                    <a:pt x="61511" y="207956"/>
                    <a:pt x="70049" y="283929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D9D54DEB-CFAC-5E8E-1BBF-9C530DA1D3CC}"/>
                </a:ext>
              </a:extLst>
            </p:cNvPr>
            <p:cNvSpPr/>
            <p:nvPr/>
          </p:nvSpPr>
          <p:spPr>
            <a:xfrm>
              <a:off x="8955360" y="3832054"/>
              <a:ext cx="311396" cy="245484"/>
            </a:xfrm>
            <a:custGeom>
              <a:avLst/>
              <a:gdLst>
                <a:gd name="connsiteX0" fmla="*/ 311155 w 311396"/>
                <a:gd name="connsiteY0" fmla="*/ 196337 h 245484"/>
                <a:gd name="connsiteX1" fmla="*/ 268405 w 311396"/>
                <a:gd name="connsiteY1" fmla="*/ 245910 h 245484"/>
                <a:gd name="connsiteX2" fmla="*/ 111209 w 311396"/>
                <a:gd name="connsiteY2" fmla="*/ 185989 h 245484"/>
                <a:gd name="connsiteX3" fmla="*/ -242 w 311396"/>
                <a:gd name="connsiteY3" fmla="*/ 58686 h 245484"/>
                <a:gd name="connsiteX4" fmla="*/ 29443 w 311396"/>
                <a:gd name="connsiteY4" fmla="*/ 426 h 245484"/>
                <a:gd name="connsiteX5" fmla="*/ 139963 w 311396"/>
                <a:gd name="connsiteY5" fmla="*/ 142172 h 245484"/>
                <a:gd name="connsiteX6" fmla="*/ 311155 w 311396"/>
                <a:gd name="connsiteY6" fmla="*/ 196337 h 24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396" h="245484">
                  <a:moveTo>
                    <a:pt x="311155" y="196337"/>
                  </a:moveTo>
                  <a:lnTo>
                    <a:pt x="268405" y="245910"/>
                  </a:lnTo>
                  <a:cubicBezTo>
                    <a:pt x="194933" y="233044"/>
                    <a:pt x="155980" y="217193"/>
                    <a:pt x="111209" y="185989"/>
                  </a:cubicBezTo>
                  <a:cubicBezTo>
                    <a:pt x="66438" y="154785"/>
                    <a:pt x="25867" y="109423"/>
                    <a:pt x="-242" y="58686"/>
                  </a:cubicBezTo>
                  <a:lnTo>
                    <a:pt x="29443" y="426"/>
                  </a:lnTo>
                  <a:cubicBezTo>
                    <a:pt x="61233" y="59892"/>
                    <a:pt x="93013" y="109518"/>
                    <a:pt x="139963" y="142172"/>
                  </a:cubicBezTo>
                  <a:cubicBezTo>
                    <a:pt x="186914" y="174826"/>
                    <a:pt x="231949" y="189354"/>
                    <a:pt x="311155" y="196337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9DEC336-08A6-4037-EB28-5837D4B46712}"/>
                </a:ext>
              </a:extLst>
            </p:cNvPr>
            <p:cNvSpPr/>
            <p:nvPr/>
          </p:nvSpPr>
          <p:spPr>
            <a:xfrm>
              <a:off x="8914884" y="3917910"/>
              <a:ext cx="286070" cy="229443"/>
            </a:xfrm>
            <a:custGeom>
              <a:avLst/>
              <a:gdLst>
                <a:gd name="connsiteX0" fmla="*/ 285829 w 286070"/>
                <a:gd name="connsiteY0" fmla="*/ 181915 h 229443"/>
                <a:gd name="connsiteX1" fmla="*/ 241978 w 286070"/>
                <a:gd name="connsiteY1" fmla="*/ 229869 h 229443"/>
                <a:gd name="connsiteX2" fmla="*/ 98631 w 286070"/>
                <a:gd name="connsiteY2" fmla="*/ 170001 h 229443"/>
                <a:gd name="connsiteX3" fmla="*/ -242 w 286070"/>
                <a:gd name="connsiteY3" fmla="*/ 61321 h 229443"/>
                <a:gd name="connsiteX4" fmla="*/ 27063 w 286070"/>
                <a:gd name="connsiteY4" fmla="*/ 426 h 229443"/>
                <a:gd name="connsiteX5" fmla="*/ 129099 w 286070"/>
                <a:gd name="connsiteY5" fmla="*/ 125189 h 229443"/>
                <a:gd name="connsiteX6" fmla="*/ 285829 w 286070"/>
                <a:gd name="connsiteY6" fmla="*/ 181915 h 22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070" h="229443">
                  <a:moveTo>
                    <a:pt x="285829" y="181915"/>
                  </a:moveTo>
                  <a:lnTo>
                    <a:pt x="241978" y="229869"/>
                  </a:lnTo>
                  <a:cubicBezTo>
                    <a:pt x="167533" y="210379"/>
                    <a:pt x="139001" y="198094"/>
                    <a:pt x="98631" y="170001"/>
                  </a:cubicBezTo>
                  <a:cubicBezTo>
                    <a:pt x="58261" y="141908"/>
                    <a:pt x="19002" y="93699"/>
                    <a:pt x="-242" y="61321"/>
                  </a:cubicBezTo>
                  <a:lnTo>
                    <a:pt x="27063" y="426"/>
                  </a:lnTo>
                  <a:cubicBezTo>
                    <a:pt x="45195" y="37143"/>
                    <a:pt x="85967" y="94948"/>
                    <a:pt x="129099" y="125189"/>
                  </a:cubicBezTo>
                  <a:cubicBezTo>
                    <a:pt x="172219" y="155441"/>
                    <a:pt x="202475" y="168361"/>
                    <a:pt x="285829" y="181915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1F45E35F-3B16-A632-B928-4E9A2EC0852C}"/>
                </a:ext>
              </a:extLst>
            </p:cNvPr>
            <p:cNvSpPr/>
            <p:nvPr/>
          </p:nvSpPr>
          <p:spPr>
            <a:xfrm>
              <a:off x="8878502" y="4008866"/>
              <a:ext cx="251751" cy="204376"/>
            </a:xfrm>
            <a:custGeom>
              <a:avLst/>
              <a:gdLst>
                <a:gd name="connsiteX0" fmla="*/ 251510 w 251751"/>
                <a:gd name="connsiteY0" fmla="*/ 160340 h 204376"/>
                <a:gd name="connsiteX1" fmla="*/ 203861 w 251751"/>
                <a:gd name="connsiteY1" fmla="*/ 204802 h 204376"/>
                <a:gd name="connsiteX2" fmla="*/ 84148 w 251751"/>
                <a:gd name="connsiteY2" fmla="*/ 149769 h 204376"/>
                <a:gd name="connsiteX3" fmla="*/ -242 w 251751"/>
                <a:gd name="connsiteY3" fmla="*/ 60855 h 204376"/>
                <a:gd name="connsiteX4" fmla="*/ 23900 w 251751"/>
                <a:gd name="connsiteY4" fmla="*/ 426 h 204376"/>
                <a:gd name="connsiteX5" fmla="*/ 115864 w 251751"/>
                <a:gd name="connsiteY5" fmla="*/ 106386 h 204376"/>
                <a:gd name="connsiteX6" fmla="*/ 251510 w 251751"/>
                <a:gd name="connsiteY6" fmla="*/ 160340 h 20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751" h="204376">
                  <a:moveTo>
                    <a:pt x="251510" y="160340"/>
                  </a:moveTo>
                  <a:lnTo>
                    <a:pt x="203861" y="204802"/>
                  </a:lnTo>
                  <a:cubicBezTo>
                    <a:pt x="142439" y="185502"/>
                    <a:pt x="118170" y="173757"/>
                    <a:pt x="84148" y="149769"/>
                  </a:cubicBezTo>
                  <a:cubicBezTo>
                    <a:pt x="50125" y="125771"/>
                    <a:pt x="35230" y="106820"/>
                    <a:pt x="-242" y="60855"/>
                  </a:cubicBezTo>
                  <a:lnTo>
                    <a:pt x="23900" y="426"/>
                  </a:lnTo>
                  <a:cubicBezTo>
                    <a:pt x="63645" y="58369"/>
                    <a:pt x="77927" y="79743"/>
                    <a:pt x="115864" y="106386"/>
                  </a:cubicBezTo>
                  <a:cubicBezTo>
                    <a:pt x="153790" y="133041"/>
                    <a:pt x="176250" y="142606"/>
                    <a:pt x="251510" y="160340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7DCDCF6A-835A-DF9F-3CEB-D16E41AF13DC}"/>
                </a:ext>
              </a:extLst>
            </p:cNvPr>
            <p:cNvSpPr/>
            <p:nvPr/>
          </p:nvSpPr>
          <p:spPr>
            <a:xfrm>
              <a:off x="8848098" y="4103918"/>
              <a:ext cx="205330" cy="170579"/>
            </a:xfrm>
            <a:custGeom>
              <a:avLst/>
              <a:gdLst>
                <a:gd name="connsiteX0" fmla="*/ 205089 w 205330"/>
                <a:gd name="connsiteY0" fmla="*/ 131824 h 170579"/>
                <a:gd name="connsiteX1" fmla="*/ 153240 w 205330"/>
                <a:gd name="connsiteY1" fmla="*/ 171006 h 170579"/>
                <a:gd name="connsiteX2" fmla="*/ 64904 w 205330"/>
                <a:gd name="connsiteY2" fmla="*/ 125814 h 170579"/>
                <a:gd name="connsiteX3" fmla="*/ -242 w 205330"/>
                <a:gd name="connsiteY3" fmla="*/ 64601 h 170579"/>
                <a:gd name="connsiteX4" fmla="*/ 18822 w 205330"/>
                <a:gd name="connsiteY4" fmla="*/ 426 h 170579"/>
                <a:gd name="connsiteX5" fmla="*/ 95785 w 205330"/>
                <a:gd name="connsiteY5" fmla="*/ 81817 h 170579"/>
                <a:gd name="connsiteX6" fmla="*/ 205089 w 205330"/>
                <a:gd name="connsiteY6" fmla="*/ 131824 h 170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330" h="170579">
                  <a:moveTo>
                    <a:pt x="205089" y="131824"/>
                  </a:moveTo>
                  <a:lnTo>
                    <a:pt x="153240" y="171006"/>
                  </a:lnTo>
                  <a:cubicBezTo>
                    <a:pt x="103867" y="153272"/>
                    <a:pt x="90485" y="143548"/>
                    <a:pt x="64904" y="125814"/>
                  </a:cubicBezTo>
                  <a:cubicBezTo>
                    <a:pt x="39324" y="108079"/>
                    <a:pt x="19742" y="87742"/>
                    <a:pt x="-242" y="64601"/>
                  </a:cubicBezTo>
                  <a:lnTo>
                    <a:pt x="18822" y="426"/>
                  </a:lnTo>
                  <a:cubicBezTo>
                    <a:pt x="47174" y="39069"/>
                    <a:pt x="64746" y="59924"/>
                    <a:pt x="95785" y="81817"/>
                  </a:cubicBezTo>
                  <a:cubicBezTo>
                    <a:pt x="126835" y="103720"/>
                    <a:pt x="147252" y="114354"/>
                    <a:pt x="205089" y="131824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B39D4D2F-2FCC-81EA-E37C-8AC1436499E4}"/>
                </a:ext>
              </a:extLst>
            </p:cNvPr>
            <p:cNvSpPr/>
            <p:nvPr/>
          </p:nvSpPr>
          <p:spPr>
            <a:xfrm>
              <a:off x="8090317" y="2481320"/>
              <a:ext cx="913918" cy="1201813"/>
            </a:xfrm>
            <a:custGeom>
              <a:avLst/>
              <a:gdLst>
                <a:gd name="connsiteX0" fmla="*/ 179463 w 913918"/>
                <a:gd name="connsiteY0" fmla="*/ 1202240 h 1201813"/>
                <a:gd name="connsiteX1" fmla="*/ -242 w 913918"/>
                <a:gd name="connsiteY1" fmla="*/ 1047637 h 1201813"/>
                <a:gd name="connsiteX2" fmla="*/ 228095 w 913918"/>
                <a:gd name="connsiteY2" fmla="*/ 442402 h 1201813"/>
                <a:gd name="connsiteX3" fmla="*/ 701363 w 913918"/>
                <a:gd name="connsiteY3" fmla="*/ 426 h 1201813"/>
                <a:gd name="connsiteX4" fmla="*/ 913676 w 913918"/>
                <a:gd name="connsiteY4" fmla="*/ 104173 h 1201813"/>
                <a:gd name="connsiteX5" fmla="*/ 387427 w 913918"/>
                <a:gd name="connsiteY5" fmla="*/ 544817 h 1201813"/>
                <a:gd name="connsiteX6" fmla="*/ 179463 w 913918"/>
                <a:gd name="connsiteY6" fmla="*/ 1202240 h 1201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918" h="1201813">
                  <a:moveTo>
                    <a:pt x="179463" y="1202240"/>
                  </a:moveTo>
                  <a:lnTo>
                    <a:pt x="-242" y="1047637"/>
                  </a:lnTo>
                  <a:cubicBezTo>
                    <a:pt x="50894" y="767055"/>
                    <a:pt x="111153" y="616929"/>
                    <a:pt x="228095" y="442402"/>
                  </a:cubicBezTo>
                  <a:cubicBezTo>
                    <a:pt x="345026" y="267862"/>
                    <a:pt x="513711" y="107147"/>
                    <a:pt x="701363" y="426"/>
                  </a:cubicBezTo>
                  <a:lnTo>
                    <a:pt x="913676" y="104173"/>
                  </a:lnTo>
                  <a:cubicBezTo>
                    <a:pt x="693683" y="233724"/>
                    <a:pt x="509796" y="361805"/>
                    <a:pt x="387427" y="544817"/>
                  </a:cubicBezTo>
                  <a:cubicBezTo>
                    <a:pt x="265048" y="727820"/>
                    <a:pt x="209296" y="900812"/>
                    <a:pt x="179463" y="1202240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67D4AB60-D970-1F45-F57B-56DBB718C7F5}"/>
                </a:ext>
              </a:extLst>
            </p:cNvPr>
            <p:cNvSpPr/>
            <p:nvPr/>
          </p:nvSpPr>
          <p:spPr>
            <a:xfrm>
              <a:off x="7836653" y="2342755"/>
              <a:ext cx="853773" cy="1103190"/>
            </a:xfrm>
            <a:custGeom>
              <a:avLst/>
              <a:gdLst>
                <a:gd name="connsiteX0" fmla="*/ 173480 w 853773"/>
                <a:gd name="connsiteY0" fmla="*/ 1103616 h 1103190"/>
                <a:gd name="connsiteX1" fmla="*/ -242 w 853773"/>
                <a:gd name="connsiteY1" fmla="*/ 944612 h 1103190"/>
                <a:gd name="connsiteX2" fmla="*/ 227168 w 853773"/>
                <a:gd name="connsiteY2" fmla="*/ 391902 h 1103190"/>
                <a:gd name="connsiteX3" fmla="*/ 631444 w 853773"/>
                <a:gd name="connsiteY3" fmla="*/ 426 h 1103190"/>
                <a:gd name="connsiteX4" fmla="*/ 853531 w 853773"/>
                <a:gd name="connsiteY4" fmla="*/ 94766 h 1103190"/>
                <a:gd name="connsiteX5" fmla="*/ 390070 w 853773"/>
                <a:gd name="connsiteY5" fmla="*/ 500635 h 1103190"/>
                <a:gd name="connsiteX6" fmla="*/ 173480 w 853773"/>
                <a:gd name="connsiteY6" fmla="*/ 1103616 h 110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3773" h="1103190">
                  <a:moveTo>
                    <a:pt x="173480" y="1103616"/>
                  </a:moveTo>
                  <a:lnTo>
                    <a:pt x="-242" y="944612"/>
                  </a:lnTo>
                  <a:cubicBezTo>
                    <a:pt x="75274" y="659311"/>
                    <a:pt x="121887" y="549266"/>
                    <a:pt x="227168" y="391902"/>
                  </a:cubicBezTo>
                  <a:cubicBezTo>
                    <a:pt x="332450" y="234538"/>
                    <a:pt x="511540" y="78338"/>
                    <a:pt x="631444" y="426"/>
                  </a:cubicBezTo>
                  <a:lnTo>
                    <a:pt x="853531" y="94766"/>
                  </a:lnTo>
                  <a:cubicBezTo>
                    <a:pt x="717769" y="169091"/>
                    <a:pt x="503404" y="332487"/>
                    <a:pt x="390070" y="500635"/>
                  </a:cubicBezTo>
                  <a:cubicBezTo>
                    <a:pt x="276724" y="668770"/>
                    <a:pt x="227685" y="785481"/>
                    <a:pt x="173480" y="1103616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6E042BE0-C491-1FE4-D3D5-39B6AA5C553F}"/>
                </a:ext>
              </a:extLst>
            </p:cNvPr>
            <p:cNvSpPr/>
            <p:nvPr/>
          </p:nvSpPr>
          <p:spPr>
            <a:xfrm>
              <a:off x="7597846" y="2220084"/>
              <a:ext cx="759887" cy="969827"/>
            </a:xfrm>
            <a:custGeom>
              <a:avLst/>
              <a:gdLst>
                <a:gd name="connsiteX0" fmla="*/ 160451 w 759887"/>
                <a:gd name="connsiteY0" fmla="*/ 970254 h 969827"/>
                <a:gd name="connsiteX1" fmla="*/ -242 w 759887"/>
                <a:gd name="connsiteY1" fmla="*/ 796320 h 969827"/>
                <a:gd name="connsiteX2" fmla="*/ 208162 w 759887"/>
                <a:gd name="connsiteY2" fmla="*/ 333955 h 969827"/>
                <a:gd name="connsiteX3" fmla="*/ 539081 w 759887"/>
                <a:gd name="connsiteY3" fmla="*/ 426 h 969827"/>
                <a:gd name="connsiteX4" fmla="*/ 759646 w 759887"/>
                <a:gd name="connsiteY4" fmla="*/ 82805 h 969827"/>
                <a:gd name="connsiteX5" fmla="*/ 365723 w 759887"/>
                <a:gd name="connsiteY5" fmla="*/ 447644 h 969827"/>
                <a:gd name="connsiteX6" fmla="*/ 160451 w 759887"/>
                <a:gd name="connsiteY6" fmla="*/ 970254 h 969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9887" h="969827">
                  <a:moveTo>
                    <a:pt x="160451" y="970254"/>
                  </a:moveTo>
                  <a:lnTo>
                    <a:pt x="-242" y="796320"/>
                  </a:lnTo>
                  <a:cubicBezTo>
                    <a:pt x="73849" y="560440"/>
                    <a:pt x="118275" y="466603"/>
                    <a:pt x="208162" y="333955"/>
                  </a:cubicBezTo>
                  <a:cubicBezTo>
                    <a:pt x="298048" y="201305"/>
                    <a:pt x="368416" y="141939"/>
                    <a:pt x="539081" y="426"/>
                  </a:cubicBezTo>
                  <a:lnTo>
                    <a:pt x="759646" y="82805"/>
                  </a:lnTo>
                  <a:cubicBezTo>
                    <a:pt x="544798" y="242340"/>
                    <a:pt x="465590" y="299736"/>
                    <a:pt x="365723" y="447644"/>
                  </a:cubicBezTo>
                  <a:cubicBezTo>
                    <a:pt x="265857" y="595551"/>
                    <a:pt x="229540" y="682148"/>
                    <a:pt x="160451" y="970254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E3D79C2B-3503-7324-7103-0ED58813B905}"/>
                </a:ext>
              </a:extLst>
            </p:cNvPr>
            <p:cNvSpPr/>
            <p:nvPr/>
          </p:nvSpPr>
          <p:spPr>
            <a:xfrm>
              <a:off x="7376369" y="2121337"/>
              <a:ext cx="633389" cy="788890"/>
            </a:xfrm>
            <a:custGeom>
              <a:avLst/>
              <a:gdLst>
                <a:gd name="connsiteX0" fmla="*/ 140856 w 633389"/>
                <a:gd name="connsiteY0" fmla="*/ 789317 h 788890"/>
                <a:gd name="connsiteX1" fmla="*/ -242 w 633389"/>
                <a:gd name="connsiteY1" fmla="*/ 598647 h 788890"/>
                <a:gd name="connsiteX2" fmla="*/ 170379 w 633389"/>
                <a:gd name="connsiteY2" fmla="*/ 256784 h 788890"/>
                <a:gd name="connsiteX3" fmla="*/ 398568 w 633389"/>
                <a:gd name="connsiteY3" fmla="*/ 426 h 788890"/>
                <a:gd name="connsiteX4" fmla="*/ 633148 w 633389"/>
                <a:gd name="connsiteY4" fmla="*/ 62990 h 788890"/>
                <a:gd name="connsiteX5" fmla="*/ 330242 w 633389"/>
                <a:gd name="connsiteY5" fmla="*/ 367227 h 788890"/>
                <a:gd name="connsiteX6" fmla="*/ 140856 w 633389"/>
                <a:gd name="connsiteY6" fmla="*/ 789317 h 7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3389" h="788890">
                  <a:moveTo>
                    <a:pt x="140856" y="789317"/>
                  </a:moveTo>
                  <a:lnTo>
                    <a:pt x="-242" y="598647"/>
                  </a:lnTo>
                  <a:cubicBezTo>
                    <a:pt x="67500" y="408722"/>
                    <a:pt x="103911" y="356486"/>
                    <a:pt x="170379" y="256784"/>
                  </a:cubicBezTo>
                  <a:cubicBezTo>
                    <a:pt x="236848" y="157080"/>
                    <a:pt x="312547" y="79712"/>
                    <a:pt x="398568" y="426"/>
                  </a:cubicBezTo>
                  <a:lnTo>
                    <a:pt x="633148" y="62990"/>
                  </a:lnTo>
                  <a:cubicBezTo>
                    <a:pt x="489764" y="176358"/>
                    <a:pt x="412290" y="246173"/>
                    <a:pt x="330242" y="367227"/>
                  </a:cubicBezTo>
                  <a:cubicBezTo>
                    <a:pt x="248192" y="488282"/>
                    <a:pt x="208075" y="567343"/>
                    <a:pt x="140856" y="789317"/>
                  </a:cubicBezTo>
                  <a:close/>
                </a:path>
              </a:pathLst>
            </a:custGeom>
            <a:grpFill/>
            <a:ln w="7259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0206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E292A-0D52-1016-C0F7-AF88073C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1AD1AE-CB9A-D2DE-9105-79F54B4FC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193" y="1445536"/>
            <a:ext cx="5653921" cy="4394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FDA50E-E197-1ED9-D307-A6B6A4763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420" y="1231900"/>
            <a:ext cx="46101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1254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F54C9-CA3E-44FD-9C0A-A96430F04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440DB7-3987-1D28-6E8E-FA8B5598B5EA}"/>
              </a:ext>
            </a:extLst>
          </p:cNvPr>
          <p:cNvSpPr/>
          <p:nvPr/>
        </p:nvSpPr>
        <p:spPr>
          <a:xfrm>
            <a:off x="8090377" y="1257505"/>
            <a:ext cx="27432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6C0CCE-38E2-CED0-ACA0-25DFB994606A}"/>
              </a:ext>
            </a:extLst>
          </p:cNvPr>
          <p:cNvSpPr txBox="1"/>
          <p:nvPr/>
        </p:nvSpPr>
        <p:spPr>
          <a:xfrm>
            <a:off x="9155973" y="1464019"/>
            <a:ext cx="14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353A3F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7CC10C-7277-91B7-E50B-3CE85B5A391A}"/>
              </a:ext>
            </a:extLst>
          </p:cNvPr>
          <p:cNvSpPr txBox="1"/>
          <p:nvPr/>
        </p:nvSpPr>
        <p:spPr>
          <a:xfrm>
            <a:off x="8964940" y="2146416"/>
            <a:ext cx="1854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353A3F"/>
                </a:solidFill>
                <a:latin typeface="SF Orson Casual Medium" pitchFamily="2" charset="0"/>
              </a:rPr>
              <a:t>Cooperative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E690D7-E8F5-BF00-A2EB-9CFB9926D8B5}"/>
              </a:ext>
            </a:extLst>
          </p:cNvPr>
          <p:cNvSpPr txBox="1"/>
          <p:nvPr/>
        </p:nvSpPr>
        <p:spPr>
          <a:xfrm>
            <a:off x="8092757" y="82145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3x2 inch sticker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906F91-51EA-0CB0-F6C5-0E7105B0A164}"/>
              </a:ext>
            </a:extLst>
          </p:cNvPr>
          <p:cNvSpPr/>
          <p:nvPr/>
        </p:nvSpPr>
        <p:spPr>
          <a:xfrm>
            <a:off x="1133464" y="1279579"/>
            <a:ext cx="54864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3D081-E53E-A2AB-09C1-72B2226059CC}"/>
              </a:ext>
            </a:extLst>
          </p:cNvPr>
          <p:cNvSpPr txBox="1"/>
          <p:nvPr/>
        </p:nvSpPr>
        <p:spPr>
          <a:xfrm>
            <a:off x="2216165" y="1673759"/>
            <a:ext cx="4515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353A3F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05E587-ED05-B784-843C-46757F1CC6BE}"/>
              </a:ext>
            </a:extLst>
          </p:cNvPr>
          <p:cNvSpPr txBox="1"/>
          <p:nvPr/>
        </p:nvSpPr>
        <p:spPr>
          <a:xfrm>
            <a:off x="2220775" y="2269147"/>
            <a:ext cx="4329135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50" b="1" dirty="0">
                <a:solidFill>
                  <a:srgbClr val="353A3F"/>
                </a:solidFill>
                <a:latin typeface="SF Orson Casual Medium" pitchFamily="2" charset="0"/>
              </a:rPr>
              <a:t>building sustainable research communities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7404B3-E1E2-5B92-74B2-E0C694B79921}"/>
              </a:ext>
            </a:extLst>
          </p:cNvPr>
          <p:cNvSpPr txBox="1"/>
          <p:nvPr/>
        </p:nvSpPr>
        <p:spPr>
          <a:xfrm>
            <a:off x="1358423" y="82145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5x2 inch sticker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79D07849-1AF4-646F-C069-D332FC17F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3265" y="1539556"/>
            <a:ext cx="1005554" cy="109816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078A0B94-2633-DE85-A9BB-675877A02B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3959" y="1466443"/>
            <a:ext cx="1005554" cy="109816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1779AD9F-CE76-5CA6-7B3F-3D441D72C2D6}"/>
              </a:ext>
            </a:extLst>
          </p:cNvPr>
          <p:cNvSpPr/>
          <p:nvPr/>
        </p:nvSpPr>
        <p:spPr>
          <a:xfrm>
            <a:off x="8160178" y="4051505"/>
            <a:ext cx="27432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7D462B-957F-F03A-10E4-94E62E38C8D7}"/>
              </a:ext>
            </a:extLst>
          </p:cNvPr>
          <p:cNvSpPr txBox="1"/>
          <p:nvPr/>
        </p:nvSpPr>
        <p:spPr>
          <a:xfrm>
            <a:off x="9225774" y="4258019"/>
            <a:ext cx="14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353A3F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416B38-ADD9-1A3E-A3EE-C2DE76D22E1B}"/>
              </a:ext>
            </a:extLst>
          </p:cNvPr>
          <p:cNvSpPr txBox="1"/>
          <p:nvPr/>
        </p:nvSpPr>
        <p:spPr>
          <a:xfrm>
            <a:off x="9034741" y="4940416"/>
            <a:ext cx="1854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353A3F"/>
                </a:solidFill>
                <a:latin typeface="SF Orson Casual Medium" pitchFamily="2" charset="0"/>
              </a:rPr>
              <a:t>Cooperative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4FE2B5-19F7-235F-263B-29A1D8FCC871}"/>
              </a:ext>
            </a:extLst>
          </p:cNvPr>
          <p:cNvSpPr txBox="1"/>
          <p:nvPr/>
        </p:nvSpPr>
        <p:spPr>
          <a:xfrm>
            <a:off x="8162558" y="361545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3x2 inch sticker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DA0C9702-444C-E82D-591B-59AF33CE5FC0}"/>
              </a:ext>
            </a:extLst>
          </p:cNvPr>
          <p:cNvSpPr/>
          <p:nvPr/>
        </p:nvSpPr>
        <p:spPr>
          <a:xfrm>
            <a:off x="1203265" y="4073579"/>
            <a:ext cx="54864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95AD91-DF2C-C642-9CFC-92691FF83B55}"/>
              </a:ext>
            </a:extLst>
          </p:cNvPr>
          <p:cNvSpPr txBox="1"/>
          <p:nvPr/>
        </p:nvSpPr>
        <p:spPr>
          <a:xfrm>
            <a:off x="2285966" y="4467759"/>
            <a:ext cx="4515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353A3F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D953F99-7D1C-2A9E-F05B-E4BF3402E11D}"/>
              </a:ext>
            </a:extLst>
          </p:cNvPr>
          <p:cNvSpPr txBox="1"/>
          <p:nvPr/>
        </p:nvSpPr>
        <p:spPr>
          <a:xfrm>
            <a:off x="2290576" y="5063147"/>
            <a:ext cx="4329135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50" b="1" dirty="0">
                <a:solidFill>
                  <a:srgbClr val="353A3F"/>
                </a:solidFill>
                <a:latin typeface="SF Orson Casual Medium" pitchFamily="2" charset="0"/>
              </a:rPr>
              <a:t>building sustainable research communities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5DA4781-4976-63FD-648A-7B5D66736E08}"/>
              </a:ext>
            </a:extLst>
          </p:cNvPr>
          <p:cNvSpPr txBox="1"/>
          <p:nvPr/>
        </p:nvSpPr>
        <p:spPr>
          <a:xfrm>
            <a:off x="1428224" y="361545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5x2 inch sticker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A34F538B-4944-2165-3B65-582C070B64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3066" y="4333556"/>
            <a:ext cx="1005554" cy="109816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F4FC1A88-F0E5-6B4C-FAFC-8F7D9B484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93760" y="4260443"/>
            <a:ext cx="1005554" cy="10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424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1DEA-A012-5475-731D-D92B2F949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CE63F8-B164-C4C0-16A7-A5A74A6F4C5A}"/>
              </a:ext>
            </a:extLst>
          </p:cNvPr>
          <p:cNvSpPr/>
          <p:nvPr/>
        </p:nvSpPr>
        <p:spPr>
          <a:xfrm>
            <a:off x="1013717" y="4491035"/>
            <a:ext cx="2743200" cy="1828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59DA11-35CD-BBE3-1CE7-B635630A4DD2}"/>
              </a:ext>
            </a:extLst>
          </p:cNvPr>
          <p:cNvSpPr txBox="1"/>
          <p:nvPr/>
        </p:nvSpPr>
        <p:spPr>
          <a:xfrm>
            <a:off x="2079313" y="4697549"/>
            <a:ext cx="14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rgbClr val="353A3F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E6DD7E-8E95-EE58-4A06-0584B500295A}"/>
              </a:ext>
            </a:extLst>
          </p:cNvPr>
          <p:cNvSpPr txBox="1"/>
          <p:nvPr/>
        </p:nvSpPr>
        <p:spPr>
          <a:xfrm>
            <a:off x="1888280" y="5379946"/>
            <a:ext cx="1854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rgbClr val="353A3F"/>
                </a:solidFill>
                <a:latin typeface="SF Orson Casual Medium" pitchFamily="2" charset="0"/>
              </a:rPr>
              <a:t>Cooperative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668F2F-D9AA-CF7E-D71A-FEEB99B784F1}"/>
              </a:ext>
            </a:extLst>
          </p:cNvPr>
          <p:cNvSpPr txBox="1"/>
          <p:nvPr/>
        </p:nvSpPr>
        <p:spPr>
          <a:xfrm>
            <a:off x="1016097" y="405498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3x2 inch sticker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F7F194-DCD5-CB3D-067C-46E527CE60C3}"/>
              </a:ext>
            </a:extLst>
          </p:cNvPr>
          <p:cNvSpPr/>
          <p:nvPr/>
        </p:nvSpPr>
        <p:spPr>
          <a:xfrm>
            <a:off x="785342" y="1266284"/>
            <a:ext cx="7200000" cy="180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03A9AE-7CCE-6641-9E1B-FBAF03428E52}"/>
              </a:ext>
            </a:extLst>
          </p:cNvPr>
          <p:cNvSpPr txBox="1"/>
          <p:nvPr/>
        </p:nvSpPr>
        <p:spPr>
          <a:xfrm>
            <a:off x="2208819" y="1701138"/>
            <a:ext cx="4515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353A3F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E80A9-71AD-B077-5097-E42ADDF3E407}"/>
              </a:ext>
            </a:extLst>
          </p:cNvPr>
          <p:cNvSpPr txBox="1"/>
          <p:nvPr/>
        </p:nvSpPr>
        <p:spPr>
          <a:xfrm>
            <a:off x="2143159" y="2284678"/>
            <a:ext cx="4329135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50" b="1" dirty="0">
                <a:solidFill>
                  <a:srgbClr val="353A3F"/>
                </a:solidFill>
                <a:latin typeface="SF Orson Casual Medium" pitchFamily="2" charset="0"/>
              </a:rPr>
              <a:t>building sustainable research communities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110AA3-B173-EE5A-030B-48C4F4671EA0}"/>
              </a:ext>
            </a:extLst>
          </p:cNvPr>
          <p:cNvSpPr txBox="1"/>
          <p:nvPr/>
        </p:nvSpPr>
        <p:spPr>
          <a:xfrm>
            <a:off x="1358423" y="821455"/>
            <a:ext cx="3179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Google form header (200x800)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ED015D92-C0CA-1B7E-F8B3-120757855E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0013" y="1605816"/>
            <a:ext cx="1005554" cy="109816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118790CE-FAD2-65FB-4442-9F33478C1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7299" y="4699973"/>
            <a:ext cx="1005554" cy="10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39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B966A-590E-F5A0-1790-0E5A1B405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D18C13-A165-AEFE-B375-0D3466BC2C0D}"/>
              </a:ext>
            </a:extLst>
          </p:cNvPr>
          <p:cNvSpPr/>
          <p:nvPr/>
        </p:nvSpPr>
        <p:spPr>
          <a:xfrm>
            <a:off x="8090377" y="1257505"/>
            <a:ext cx="2743200" cy="1828800"/>
          </a:xfrm>
          <a:prstGeom prst="rect">
            <a:avLst/>
          </a:prstGeom>
          <a:solidFill>
            <a:schemeClr val="accent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21F1AB-2FAE-068E-5161-D6705C5AF3DC}"/>
              </a:ext>
            </a:extLst>
          </p:cNvPr>
          <p:cNvSpPr txBox="1"/>
          <p:nvPr/>
        </p:nvSpPr>
        <p:spPr>
          <a:xfrm>
            <a:off x="9155973" y="1464019"/>
            <a:ext cx="1472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bg1"/>
                </a:solidFill>
                <a:latin typeface="SF Orson Casual Medium" pitchFamily="2" charset="0"/>
              </a:rPr>
              <a:t>RCM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36B311-61EC-F3D3-C5AB-D5BB967D851A}"/>
              </a:ext>
            </a:extLst>
          </p:cNvPr>
          <p:cNvSpPr txBox="1"/>
          <p:nvPr/>
        </p:nvSpPr>
        <p:spPr>
          <a:xfrm>
            <a:off x="8964940" y="2146416"/>
            <a:ext cx="1854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bg1"/>
                </a:solidFill>
                <a:latin typeface="SF Orson Casual Medium" pitchFamily="2" charset="0"/>
              </a:rPr>
              <a:t>Cooperative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57C231-ED95-3789-54E9-691BA4B82B68}"/>
              </a:ext>
            </a:extLst>
          </p:cNvPr>
          <p:cNvSpPr txBox="1"/>
          <p:nvPr/>
        </p:nvSpPr>
        <p:spPr>
          <a:xfrm>
            <a:off x="8092757" y="82145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3x2 inch sticker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D13E22-0606-BD1F-14CB-93C9B379B022}"/>
              </a:ext>
            </a:extLst>
          </p:cNvPr>
          <p:cNvSpPr/>
          <p:nvPr/>
        </p:nvSpPr>
        <p:spPr>
          <a:xfrm>
            <a:off x="1133464" y="1279579"/>
            <a:ext cx="5486400" cy="1828800"/>
          </a:xfrm>
          <a:prstGeom prst="rect">
            <a:avLst/>
          </a:prstGeom>
          <a:solidFill>
            <a:schemeClr val="accent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CC4FC-5DA1-6DFF-C01B-AC111310E8F1}"/>
              </a:ext>
            </a:extLst>
          </p:cNvPr>
          <p:cNvSpPr txBox="1"/>
          <p:nvPr/>
        </p:nvSpPr>
        <p:spPr>
          <a:xfrm>
            <a:off x="2216165" y="1673759"/>
            <a:ext cx="4515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SF Orson Casual Medium" pitchFamily="2" charset="0"/>
              </a:rPr>
              <a:t>RCM Cooperative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D20A52-7724-F69B-44E4-BDE7461AE2BC}"/>
              </a:ext>
            </a:extLst>
          </p:cNvPr>
          <p:cNvSpPr txBox="1"/>
          <p:nvPr/>
        </p:nvSpPr>
        <p:spPr>
          <a:xfrm>
            <a:off x="2220775" y="2269147"/>
            <a:ext cx="4329135" cy="330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50" b="1" dirty="0">
                <a:solidFill>
                  <a:schemeClr val="bg1"/>
                </a:solidFill>
                <a:latin typeface="SF Orson Casual Medium" pitchFamily="2" charset="0"/>
              </a:rPr>
              <a:t>building sustainable research communities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5A3970-801D-024A-CCD6-01AA5B30578B}"/>
              </a:ext>
            </a:extLst>
          </p:cNvPr>
          <p:cNvSpPr txBox="1"/>
          <p:nvPr/>
        </p:nvSpPr>
        <p:spPr>
          <a:xfrm>
            <a:off x="1358423" y="821455"/>
            <a:ext cx="1724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5x2 inch sticker</a:t>
            </a:r>
          </a:p>
        </p:txBody>
      </p:sp>
      <p:grpSp>
        <p:nvGrpSpPr>
          <p:cNvPr id="43" name="Graphic 71">
            <a:extLst>
              <a:ext uri="{FF2B5EF4-FFF2-40B4-BE49-F238E27FC236}">
                <a16:creationId xmlns:a16="http://schemas.microsoft.com/office/drawing/2014/main" id="{DB8EF0A5-1C1D-83A9-9C3C-BEEE2A251213}"/>
              </a:ext>
            </a:extLst>
          </p:cNvPr>
          <p:cNvGrpSpPr>
            <a:grpSpLocks noChangeAspect="1"/>
          </p:cNvGrpSpPr>
          <p:nvPr/>
        </p:nvGrpSpPr>
        <p:grpSpPr>
          <a:xfrm>
            <a:off x="1202760" y="1547856"/>
            <a:ext cx="1005218" cy="1098159"/>
            <a:chOff x="7376369" y="1295740"/>
            <a:chExt cx="3557574" cy="3886499"/>
          </a:xfrm>
          <a:solidFill>
            <a:schemeClr val="bg1"/>
          </a:solidFill>
        </p:grpSpPr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53E85922-CB2B-FC36-D6B8-3594E35C3E31}"/>
                </a:ext>
              </a:extLst>
            </p:cNvPr>
            <p:cNvSpPr/>
            <p:nvPr/>
          </p:nvSpPr>
          <p:spPr>
            <a:xfrm>
              <a:off x="9079252" y="2316796"/>
              <a:ext cx="1577931" cy="976567"/>
            </a:xfrm>
            <a:custGeom>
              <a:avLst/>
              <a:gdLst>
                <a:gd name="connsiteX0" fmla="*/ -242 w 1577931"/>
                <a:gd name="connsiteY0" fmla="*/ 249242 h 976567"/>
                <a:gd name="connsiteX1" fmla="*/ 161524 w 1577931"/>
                <a:gd name="connsiteY1" fmla="*/ 426 h 976567"/>
                <a:gd name="connsiteX2" fmla="*/ 950421 w 1577931"/>
                <a:gd name="connsiteY2" fmla="*/ 182706 h 976567"/>
                <a:gd name="connsiteX3" fmla="*/ 1577689 w 1577931"/>
                <a:gd name="connsiteY3" fmla="*/ 696200 h 976567"/>
                <a:gd name="connsiteX4" fmla="*/ 1484455 w 1577931"/>
                <a:gd name="connsiteY4" fmla="*/ 976994 h 976567"/>
                <a:gd name="connsiteX5" fmla="*/ 849982 w 1577931"/>
                <a:gd name="connsiteY5" fmla="*/ 397529 h 976567"/>
                <a:gd name="connsiteX6" fmla="*/ -242 w 1577931"/>
                <a:gd name="connsiteY6" fmla="*/ 249242 h 9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7931" h="976567">
                  <a:moveTo>
                    <a:pt x="-242" y="249242"/>
                  </a:moveTo>
                  <a:lnTo>
                    <a:pt x="161524" y="426"/>
                  </a:lnTo>
                  <a:cubicBezTo>
                    <a:pt x="518104" y="17030"/>
                    <a:pt x="714389" y="66743"/>
                    <a:pt x="950421" y="182706"/>
                  </a:cubicBezTo>
                  <a:cubicBezTo>
                    <a:pt x="1186452" y="298669"/>
                    <a:pt x="1413977" y="481164"/>
                    <a:pt x="1577689" y="696200"/>
                  </a:cubicBezTo>
                  <a:lnTo>
                    <a:pt x="1484455" y="976994"/>
                  </a:lnTo>
                  <a:cubicBezTo>
                    <a:pt x="1287017" y="725637"/>
                    <a:pt x="1097428" y="518816"/>
                    <a:pt x="849982" y="397529"/>
                  </a:cubicBezTo>
                  <a:cubicBezTo>
                    <a:pt x="602536" y="276235"/>
                    <a:pt x="378639" y="235933"/>
                    <a:pt x="-242" y="249242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7235C38-45B9-D283-C7A8-073D8F15A881}"/>
                </a:ext>
              </a:extLst>
            </p:cNvPr>
            <p:cNvSpPr/>
            <p:nvPr/>
          </p:nvSpPr>
          <p:spPr>
            <a:xfrm>
              <a:off x="9330105" y="1961671"/>
              <a:ext cx="1444930" cy="917564"/>
            </a:xfrm>
            <a:custGeom>
              <a:avLst/>
              <a:gdLst>
                <a:gd name="connsiteX0" fmla="*/ -242 w 1444930"/>
                <a:gd name="connsiteY0" fmla="*/ 242557 h 917564"/>
                <a:gd name="connsiteX1" fmla="*/ 167987 w 1444930"/>
                <a:gd name="connsiteY1" fmla="*/ 426 h 917564"/>
                <a:gd name="connsiteX2" fmla="*/ 891569 w 1444930"/>
                <a:gd name="connsiteY2" fmla="*/ 190332 h 917564"/>
                <a:gd name="connsiteX3" fmla="*/ 1444688 w 1444930"/>
                <a:gd name="connsiteY3" fmla="*/ 626642 h 917564"/>
                <a:gd name="connsiteX4" fmla="*/ 1364752 w 1444930"/>
                <a:gd name="connsiteY4" fmla="*/ 917991 h 917564"/>
                <a:gd name="connsiteX5" fmla="*/ 783905 w 1444930"/>
                <a:gd name="connsiteY5" fmla="*/ 410635 h 917564"/>
                <a:gd name="connsiteX6" fmla="*/ -242 w 1444930"/>
                <a:gd name="connsiteY6" fmla="*/ 242557 h 917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4930" h="917564">
                  <a:moveTo>
                    <a:pt x="-242" y="242557"/>
                  </a:moveTo>
                  <a:lnTo>
                    <a:pt x="167987" y="426"/>
                  </a:lnTo>
                  <a:cubicBezTo>
                    <a:pt x="534502" y="46493"/>
                    <a:pt x="678790" y="85961"/>
                    <a:pt x="891569" y="190332"/>
                  </a:cubicBezTo>
                  <a:cubicBezTo>
                    <a:pt x="1104357" y="294702"/>
                    <a:pt x="1328021" y="490856"/>
                    <a:pt x="1444688" y="626642"/>
                  </a:cubicBezTo>
                  <a:lnTo>
                    <a:pt x="1364752" y="917991"/>
                  </a:lnTo>
                  <a:cubicBezTo>
                    <a:pt x="1249884" y="761932"/>
                    <a:pt x="1011399" y="523207"/>
                    <a:pt x="783905" y="410635"/>
                  </a:cubicBezTo>
                  <a:cubicBezTo>
                    <a:pt x="556400" y="298062"/>
                    <a:pt x="403447" y="256697"/>
                    <a:pt x="-242" y="242557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80482C7E-1E5D-40B0-0429-AC4D3C4A10F6}"/>
                </a:ext>
              </a:extLst>
            </p:cNvPr>
            <p:cNvSpPr/>
            <p:nvPr/>
          </p:nvSpPr>
          <p:spPr>
            <a:xfrm>
              <a:off x="9605649" y="1620078"/>
              <a:ext cx="1266248" cy="823831"/>
            </a:xfrm>
            <a:custGeom>
              <a:avLst/>
              <a:gdLst>
                <a:gd name="connsiteX0" fmla="*/ -242 w 1266248"/>
                <a:gd name="connsiteY0" fmla="*/ 228880 h 823831"/>
                <a:gd name="connsiteX1" fmla="*/ 188680 w 1266248"/>
                <a:gd name="connsiteY1" fmla="*/ 426 h 823831"/>
                <a:gd name="connsiteX2" fmla="*/ 797023 w 1266248"/>
                <a:gd name="connsiteY2" fmla="*/ 181832 h 823831"/>
                <a:gd name="connsiteX3" fmla="*/ 1266007 w 1266248"/>
                <a:gd name="connsiteY3" fmla="*/ 536787 h 823831"/>
                <a:gd name="connsiteX4" fmla="*/ 1200659 w 1266248"/>
                <a:gd name="connsiteY4" fmla="*/ 824257 h 823831"/>
                <a:gd name="connsiteX5" fmla="*/ 682313 w 1266248"/>
                <a:gd name="connsiteY5" fmla="*/ 396342 h 823831"/>
                <a:gd name="connsiteX6" fmla="*/ -242 w 1266248"/>
                <a:gd name="connsiteY6" fmla="*/ 228880 h 82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6248" h="823831">
                  <a:moveTo>
                    <a:pt x="-242" y="228880"/>
                  </a:moveTo>
                  <a:lnTo>
                    <a:pt x="188680" y="426"/>
                  </a:lnTo>
                  <a:cubicBezTo>
                    <a:pt x="493655" y="52979"/>
                    <a:pt x="617474" y="92438"/>
                    <a:pt x="797023" y="181832"/>
                  </a:cubicBezTo>
                  <a:cubicBezTo>
                    <a:pt x="976583" y="271225"/>
                    <a:pt x="1061967" y="348633"/>
                    <a:pt x="1266007" y="536787"/>
                  </a:cubicBezTo>
                  <a:lnTo>
                    <a:pt x="1200659" y="824257"/>
                  </a:lnTo>
                  <a:cubicBezTo>
                    <a:pt x="966882" y="584279"/>
                    <a:pt x="882460" y="495571"/>
                    <a:pt x="682313" y="396342"/>
                  </a:cubicBezTo>
                  <a:cubicBezTo>
                    <a:pt x="482156" y="297112"/>
                    <a:pt x="368674" y="266506"/>
                    <a:pt x="-242" y="228880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59B37A7E-23BC-D3C6-02D5-E294196AE806}"/>
                </a:ext>
              </a:extLst>
            </p:cNvPr>
            <p:cNvSpPr/>
            <p:nvPr/>
          </p:nvSpPr>
          <p:spPr>
            <a:xfrm>
              <a:off x="9912327" y="1295740"/>
              <a:ext cx="1021616" cy="696549"/>
            </a:xfrm>
            <a:custGeom>
              <a:avLst/>
              <a:gdLst>
                <a:gd name="connsiteX0" fmla="*/ -242 w 1021616"/>
                <a:gd name="connsiteY0" fmla="*/ 207360 h 696549"/>
                <a:gd name="connsiteX1" fmla="*/ 212716 w 1021616"/>
                <a:gd name="connsiteY1" fmla="*/ 426 h 696549"/>
                <a:gd name="connsiteX2" fmla="*/ 665270 w 1021616"/>
                <a:gd name="connsiteY2" fmla="*/ 155070 h 696549"/>
                <a:gd name="connsiteX3" fmla="*/ 1021375 w 1021616"/>
                <a:gd name="connsiteY3" fmla="*/ 395429 h 696549"/>
                <a:gd name="connsiteX4" fmla="*/ 982941 w 1021616"/>
                <a:gd name="connsiteY4" fmla="*/ 696976 h 696549"/>
                <a:gd name="connsiteX5" fmla="*/ 554962 w 1021616"/>
                <a:gd name="connsiteY5" fmla="*/ 371892 h 696549"/>
                <a:gd name="connsiteX6" fmla="*/ -242 w 1021616"/>
                <a:gd name="connsiteY6" fmla="*/ 207360 h 6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1616" h="696549">
                  <a:moveTo>
                    <a:pt x="-242" y="207360"/>
                  </a:moveTo>
                  <a:lnTo>
                    <a:pt x="212716" y="426"/>
                  </a:lnTo>
                  <a:cubicBezTo>
                    <a:pt x="459622" y="52776"/>
                    <a:pt x="530492" y="89236"/>
                    <a:pt x="665270" y="155070"/>
                  </a:cubicBezTo>
                  <a:cubicBezTo>
                    <a:pt x="800049" y="220904"/>
                    <a:pt x="908654" y="301922"/>
                    <a:pt x="1021375" y="395429"/>
                  </a:cubicBezTo>
                  <a:lnTo>
                    <a:pt x="982941" y="696976"/>
                  </a:lnTo>
                  <a:cubicBezTo>
                    <a:pt x="818361" y="537976"/>
                    <a:pt x="718833" y="453494"/>
                    <a:pt x="554962" y="371892"/>
                  </a:cubicBezTo>
                  <a:cubicBezTo>
                    <a:pt x="391102" y="290289"/>
                    <a:pt x="286326" y="253708"/>
                    <a:pt x="-242" y="207360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4B08529F-C05A-5434-5E6A-5678E74CFE81}"/>
                </a:ext>
              </a:extLst>
            </p:cNvPr>
            <p:cNvSpPr/>
            <p:nvPr/>
          </p:nvSpPr>
          <p:spPr>
            <a:xfrm>
              <a:off x="8155071" y="3732739"/>
              <a:ext cx="821478" cy="896727"/>
            </a:xfrm>
            <a:custGeom>
              <a:avLst/>
              <a:gdLst>
                <a:gd name="connsiteX0" fmla="*/ 821237 w 821478"/>
                <a:gd name="connsiteY0" fmla="*/ 789786 h 896727"/>
                <a:gd name="connsiteX1" fmla="*/ 665512 w 821478"/>
                <a:gd name="connsiteY1" fmla="*/ 897153 h 896727"/>
                <a:gd name="connsiteX2" fmla="*/ 244822 w 821478"/>
                <a:gd name="connsiteY2" fmla="*/ 598191 h 896727"/>
                <a:gd name="connsiteX3" fmla="*/ -242 w 821478"/>
                <a:gd name="connsiteY3" fmla="*/ 143273 h 896727"/>
                <a:gd name="connsiteX4" fmla="*/ 122855 w 821478"/>
                <a:gd name="connsiteY4" fmla="*/ 426 h 896727"/>
                <a:gd name="connsiteX5" fmla="*/ 356146 w 821478"/>
                <a:gd name="connsiteY5" fmla="*/ 495966 h 896727"/>
                <a:gd name="connsiteX6" fmla="*/ 821237 w 821478"/>
                <a:gd name="connsiteY6" fmla="*/ 789786 h 89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1478" h="896727">
                  <a:moveTo>
                    <a:pt x="821237" y="789786"/>
                  </a:moveTo>
                  <a:lnTo>
                    <a:pt x="665512" y="897153"/>
                  </a:lnTo>
                  <a:cubicBezTo>
                    <a:pt x="459398" y="800790"/>
                    <a:pt x="355776" y="723833"/>
                    <a:pt x="244822" y="598191"/>
                  </a:cubicBezTo>
                  <a:cubicBezTo>
                    <a:pt x="133857" y="472539"/>
                    <a:pt x="44061" y="309747"/>
                    <a:pt x="-242" y="143273"/>
                  </a:cubicBezTo>
                  <a:lnTo>
                    <a:pt x="122855" y="426"/>
                  </a:lnTo>
                  <a:cubicBezTo>
                    <a:pt x="178205" y="196496"/>
                    <a:pt x="239754" y="364410"/>
                    <a:pt x="356146" y="495966"/>
                  </a:cubicBezTo>
                  <a:cubicBezTo>
                    <a:pt x="472538" y="627533"/>
                    <a:pt x="594716" y="705644"/>
                    <a:pt x="821237" y="78978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FC23FF19-EEBF-00C8-1456-C3AACB3D81AF}"/>
                </a:ext>
              </a:extLst>
            </p:cNvPr>
            <p:cNvSpPr/>
            <p:nvPr/>
          </p:nvSpPr>
          <p:spPr>
            <a:xfrm>
              <a:off x="7982551" y="3944956"/>
              <a:ext cx="758348" cy="831324"/>
            </a:xfrm>
            <a:custGeom>
              <a:avLst/>
              <a:gdLst>
                <a:gd name="connsiteX0" fmla="*/ 758107 w 758348"/>
                <a:gd name="connsiteY0" fmla="*/ 729896 h 831324"/>
                <a:gd name="connsiteX1" fmla="*/ 600192 w 758348"/>
                <a:gd name="connsiteY1" fmla="*/ 831751 h 831324"/>
                <a:gd name="connsiteX2" fmla="*/ 219840 w 758348"/>
                <a:gd name="connsiteY2" fmla="*/ 544153 h 831324"/>
                <a:gd name="connsiteX3" fmla="*/ -242 w 758348"/>
                <a:gd name="connsiteY3" fmla="*/ 152722 h 831324"/>
                <a:gd name="connsiteX4" fmla="*/ 117578 w 758348"/>
                <a:gd name="connsiteY4" fmla="*/ 426 h 831324"/>
                <a:gd name="connsiteX5" fmla="*/ 336761 w 758348"/>
                <a:gd name="connsiteY5" fmla="*/ 440457 h 831324"/>
                <a:gd name="connsiteX6" fmla="*/ 758107 w 758348"/>
                <a:gd name="connsiteY6" fmla="*/ 729896 h 83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8348" h="831324">
                  <a:moveTo>
                    <a:pt x="758107" y="729896"/>
                  </a:moveTo>
                  <a:lnTo>
                    <a:pt x="600192" y="831751"/>
                  </a:lnTo>
                  <a:cubicBezTo>
                    <a:pt x="395369" y="715611"/>
                    <a:pt x="319919" y="657330"/>
                    <a:pt x="219840" y="544153"/>
                  </a:cubicBezTo>
                  <a:cubicBezTo>
                    <a:pt x="119772" y="430987"/>
                    <a:pt x="35562" y="261073"/>
                    <a:pt x="-242" y="152722"/>
                  </a:cubicBezTo>
                  <a:lnTo>
                    <a:pt x="117578" y="426"/>
                  </a:lnTo>
                  <a:cubicBezTo>
                    <a:pt x="147399" y="120290"/>
                    <a:pt x="230007" y="318879"/>
                    <a:pt x="336761" y="440457"/>
                  </a:cubicBezTo>
                  <a:cubicBezTo>
                    <a:pt x="443525" y="562035"/>
                    <a:pt x="523631" y="623554"/>
                    <a:pt x="758107" y="72989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C559939E-FB6E-8FB8-12D4-C5761E849E29}"/>
                </a:ext>
              </a:extLst>
            </p:cNvPr>
            <p:cNvSpPr/>
            <p:nvPr/>
          </p:nvSpPr>
          <p:spPr>
            <a:xfrm>
              <a:off x="7820754" y="4174463"/>
              <a:ext cx="671536" cy="731215"/>
            </a:xfrm>
            <a:custGeom>
              <a:avLst/>
              <a:gdLst>
                <a:gd name="connsiteX0" fmla="*/ 671294 w 671536"/>
                <a:gd name="connsiteY0" fmla="*/ 642865 h 731215"/>
                <a:gd name="connsiteX1" fmla="*/ 504503 w 671536"/>
                <a:gd name="connsiteY1" fmla="*/ 731642 h 731215"/>
                <a:gd name="connsiteX2" fmla="*/ 190008 w 671536"/>
                <a:gd name="connsiteY2" fmla="*/ 477026 h 731215"/>
                <a:gd name="connsiteX3" fmla="*/ -242 w 671536"/>
                <a:gd name="connsiteY3" fmla="*/ 153970 h 731215"/>
                <a:gd name="connsiteX4" fmla="*/ 108041 w 671536"/>
                <a:gd name="connsiteY4" fmla="*/ 426 h 731215"/>
                <a:gd name="connsiteX5" fmla="*/ 309675 w 671536"/>
                <a:gd name="connsiteY5" fmla="*/ 378462 h 731215"/>
                <a:gd name="connsiteX6" fmla="*/ 671294 w 671536"/>
                <a:gd name="connsiteY6" fmla="*/ 642865 h 73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1536" h="731215">
                  <a:moveTo>
                    <a:pt x="671294" y="642865"/>
                  </a:moveTo>
                  <a:lnTo>
                    <a:pt x="504503" y="731642"/>
                  </a:lnTo>
                  <a:cubicBezTo>
                    <a:pt x="337528" y="626623"/>
                    <a:pt x="274133" y="573304"/>
                    <a:pt x="190008" y="477026"/>
                  </a:cubicBezTo>
                  <a:cubicBezTo>
                    <a:pt x="105883" y="380747"/>
                    <a:pt x="74344" y="314403"/>
                    <a:pt x="-242" y="153970"/>
                  </a:cubicBezTo>
                  <a:lnTo>
                    <a:pt x="108041" y="426"/>
                  </a:lnTo>
                  <a:cubicBezTo>
                    <a:pt x="187574" y="198612"/>
                    <a:pt x="215800" y="271390"/>
                    <a:pt x="309675" y="378462"/>
                  </a:cubicBezTo>
                  <a:cubicBezTo>
                    <a:pt x="403547" y="485533"/>
                    <a:pt x="463001" y="531128"/>
                    <a:pt x="671294" y="642865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10B9F37-4D13-1ACD-714F-E83B84BA8FFD}"/>
                </a:ext>
              </a:extLst>
            </p:cNvPr>
            <p:cNvSpPr/>
            <p:nvPr/>
          </p:nvSpPr>
          <p:spPr>
            <a:xfrm>
              <a:off x="7671170" y="4419016"/>
              <a:ext cx="556440" cy="597511"/>
            </a:xfrm>
            <a:custGeom>
              <a:avLst/>
              <a:gdLst>
                <a:gd name="connsiteX0" fmla="*/ 556198 w 556440"/>
                <a:gd name="connsiteY0" fmla="*/ 527689 h 597511"/>
                <a:gd name="connsiteX1" fmla="*/ 380475 w 556440"/>
                <a:gd name="connsiteY1" fmla="*/ 597938 h 597511"/>
                <a:gd name="connsiteX2" fmla="*/ 151293 w 556440"/>
                <a:gd name="connsiteY2" fmla="*/ 396926 h 597511"/>
                <a:gd name="connsiteX3" fmla="*/ -242 w 556440"/>
                <a:gd name="connsiteY3" fmla="*/ 168816 h 597511"/>
                <a:gd name="connsiteX4" fmla="*/ 95591 w 556440"/>
                <a:gd name="connsiteY4" fmla="*/ 426 h 597511"/>
                <a:gd name="connsiteX5" fmla="*/ 268921 w 556440"/>
                <a:gd name="connsiteY5" fmla="*/ 295928 h 597511"/>
                <a:gd name="connsiteX6" fmla="*/ 556198 w 556440"/>
                <a:gd name="connsiteY6" fmla="*/ 527689 h 59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6440" h="597511">
                  <a:moveTo>
                    <a:pt x="556198" y="527689"/>
                  </a:moveTo>
                  <a:lnTo>
                    <a:pt x="380475" y="597938"/>
                  </a:lnTo>
                  <a:cubicBezTo>
                    <a:pt x="247666" y="507140"/>
                    <a:pt x="214745" y="468444"/>
                    <a:pt x="151293" y="396926"/>
                  </a:cubicBezTo>
                  <a:cubicBezTo>
                    <a:pt x="87840" y="325407"/>
                    <a:pt x="43493" y="251286"/>
                    <a:pt x="-242" y="168816"/>
                  </a:cubicBezTo>
                  <a:lnTo>
                    <a:pt x="95591" y="426"/>
                  </a:lnTo>
                  <a:cubicBezTo>
                    <a:pt x="153993" y="134088"/>
                    <a:pt x="192153" y="208051"/>
                    <a:pt x="268921" y="295928"/>
                  </a:cubicBezTo>
                  <a:cubicBezTo>
                    <a:pt x="345689" y="383805"/>
                    <a:pt x="398557" y="430796"/>
                    <a:pt x="556198" y="527689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33B4DBD5-EB5C-52CC-4CD1-22031A6FD523}"/>
                </a:ext>
              </a:extLst>
            </p:cNvPr>
            <p:cNvSpPr/>
            <p:nvPr/>
          </p:nvSpPr>
          <p:spPr>
            <a:xfrm>
              <a:off x="9017036" y="4148528"/>
              <a:ext cx="814625" cy="505765"/>
            </a:xfrm>
            <a:custGeom>
              <a:avLst/>
              <a:gdLst>
                <a:gd name="connsiteX0" fmla="*/ 763307 w 814625"/>
                <a:gd name="connsiteY0" fmla="*/ 426 h 505765"/>
                <a:gd name="connsiteX1" fmla="*/ 814383 w 814625"/>
                <a:gd name="connsiteY1" fmla="*/ 144701 h 505765"/>
                <a:gd name="connsiteX2" fmla="*/ 492312 w 814625"/>
                <a:gd name="connsiteY2" fmla="*/ 410480 h 505765"/>
                <a:gd name="connsiteX3" fmla="*/ 85407 w 814625"/>
                <a:gd name="connsiteY3" fmla="*/ 506187 h 505765"/>
                <a:gd name="connsiteX4" fmla="*/ -242 w 814625"/>
                <a:gd name="connsiteY4" fmla="*/ 379932 h 505765"/>
                <a:gd name="connsiteX5" fmla="*/ 435915 w 814625"/>
                <a:gd name="connsiteY5" fmla="*/ 301970 h 505765"/>
                <a:gd name="connsiteX6" fmla="*/ 763307 w 814625"/>
                <a:gd name="connsiteY6" fmla="*/ 426 h 50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4625" h="505765">
                  <a:moveTo>
                    <a:pt x="763307" y="426"/>
                  </a:moveTo>
                  <a:lnTo>
                    <a:pt x="814383" y="144701"/>
                  </a:lnTo>
                  <a:cubicBezTo>
                    <a:pt x="695728" y="285463"/>
                    <a:pt x="613814" y="350231"/>
                    <a:pt x="492312" y="410480"/>
                  </a:cubicBezTo>
                  <a:cubicBezTo>
                    <a:pt x="370821" y="470719"/>
                    <a:pt x="224766" y="506621"/>
                    <a:pt x="85407" y="506187"/>
                  </a:cubicBezTo>
                  <a:lnTo>
                    <a:pt x="-242" y="379932"/>
                  </a:lnTo>
                  <a:cubicBezTo>
                    <a:pt x="164549" y="377954"/>
                    <a:pt x="308658" y="365224"/>
                    <a:pt x="435915" y="301970"/>
                  </a:cubicBezTo>
                  <a:cubicBezTo>
                    <a:pt x="563171" y="238715"/>
                    <a:pt x="649899" y="159705"/>
                    <a:pt x="763307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6B735375-7229-11FA-6A81-A09055499C1C}"/>
                </a:ext>
              </a:extLst>
            </p:cNvPr>
            <p:cNvSpPr/>
            <p:nvPr/>
          </p:nvSpPr>
          <p:spPr>
            <a:xfrm>
              <a:off x="9145361" y="4364724"/>
              <a:ext cx="750896" cy="471033"/>
            </a:xfrm>
            <a:custGeom>
              <a:avLst/>
              <a:gdLst>
                <a:gd name="connsiteX0" fmla="*/ 704350 w 750896"/>
                <a:gd name="connsiteY0" fmla="*/ 426 h 471033"/>
                <a:gd name="connsiteX1" fmla="*/ 750655 w 750896"/>
                <a:gd name="connsiteY1" fmla="*/ 145251 h 471033"/>
                <a:gd name="connsiteX2" fmla="*/ 445965 w 750896"/>
                <a:gd name="connsiteY2" fmla="*/ 381890 h 471033"/>
                <a:gd name="connsiteX3" fmla="*/ 93902 w 750896"/>
                <a:gd name="connsiteY3" fmla="*/ 471460 h 471033"/>
                <a:gd name="connsiteX4" fmla="*/ -242 w 750896"/>
                <a:gd name="connsiteY4" fmla="*/ 347331 h 471033"/>
                <a:gd name="connsiteX5" fmla="*/ 389589 w 750896"/>
                <a:gd name="connsiteY5" fmla="*/ 268702 h 471033"/>
                <a:gd name="connsiteX6" fmla="*/ 704350 w 750896"/>
                <a:gd name="connsiteY6" fmla="*/ 426 h 47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0896" h="471033">
                  <a:moveTo>
                    <a:pt x="704350" y="426"/>
                  </a:moveTo>
                  <a:lnTo>
                    <a:pt x="750655" y="145251"/>
                  </a:lnTo>
                  <a:cubicBezTo>
                    <a:pt x="616829" y="280839"/>
                    <a:pt x="555417" y="327523"/>
                    <a:pt x="445965" y="381890"/>
                  </a:cubicBezTo>
                  <a:cubicBezTo>
                    <a:pt x="336503" y="436256"/>
                    <a:pt x="186067" y="466286"/>
                    <a:pt x="93902" y="471460"/>
                  </a:cubicBezTo>
                  <a:lnTo>
                    <a:pt x="-242" y="347331"/>
                  </a:lnTo>
                  <a:cubicBezTo>
                    <a:pt x="99657" y="349268"/>
                    <a:pt x="272150" y="326529"/>
                    <a:pt x="389589" y="268702"/>
                  </a:cubicBezTo>
                  <a:cubicBezTo>
                    <a:pt x="507017" y="210887"/>
                    <a:pt x="571931" y="161250"/>
                    <a:pt x="704350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8983C98D-1514-7072-00C1-4DE9A53A3239}"/>
                </a:ext>
              </a:extLst>
            </p:cNvPr>
            <p:cNvSpPr/>
            <p:nvPr/>
          </p:nvSpPr>
          <p:spPr>
            <a:xfrm>
              <a:off x="9288539" y="4588972"/>
              <a:ext cx="654573" cy="421778"/>
            </a:xfrm>
            <a:custGeom>
              <a:avLst/>
              <a:gdLst>
                <a:gd name="connsiteX0" fmla="*/ 620108 w 654573"/>
                <a:gd name="connsiteY0" fmla="*/ 426 h 421778"/>
                <a:gd name="connsiteX1" fmla="*/ 654332 w 654573"/>
                <a:gd name="connsiteY1" fmla="*/ 149431 h 421778"/>
                <a:gd name="connsiteX2" fmla="*/ 389271 w 654573"/>
                <a:gd name="connsiteY2" fmla="*/ 341565 h 421778"/>
                <a:gd name="connsiteX3" fmla="*/ 96896 w 654573"/>
                <a:gd name="connsiteY3" fmla="*/ 422204 h 421778"/>
                <a:gd name="connsiteX4" fmla="*/ -242 w 654573"/>
                <a:gd name="connsiteY4" fmla="*/ 305271 h 421778"/>
                <a:gd name="connsiteX5" fmla="*/ 337476 w 654573"/>
                <a:gd name="connsiteY5" fmla="*/ 227309 h 421778"/>
                <a:gd name="connsiteX6" fmla="*/ 620108 w 654573"/>
                <a:gd name="connsiteY6" fmla="*/ 426 h 42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573" h="421778">
                  <a:moveTo>
                    <a:pt x="620108" y="426"/>
                  </a:moveTo>
                  <a:lnTo>
                    <a:pt x="654332" y="149431"/>
                  </a:lnTo>
                  <a:cubicBezTo>
                    <a:pt x="537157" y="257793"/>
                    <a:pt x="482177" y="296097"/>
                    <a:pt x="389271" y="341565"/>
                  </a:cubicBezTo>
                  <a:cubicBezTo>
                    <a:pt x="296355" y="387032"/>
                    <a:pt x="237894" y="397698"/>
                    <a:pt x="96896" y="422204"/>
                  </a:cubicBezTo>
                  <a:lnTo>
                    <a:pt x="-242" y="305271"/>
                  </a:lnTo>
                  <a:cubicBezTo>
                    <a:pt x="171299" y="284849"/>
                    <a:pt x="234075" y="278120"/>
                    <a:pt x="337476" y="227309"/>
                  </a:cubicBezTo>
                  <a:cubicBezTo>
                    <a:pt x="440866" y="176508"/>
                    <a:pt x="488990" y="139643"/>
                    <a:pt x="620108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203FC19B-B0F1-63A2-EDA5-979974FD367F}"/>
                </a:ext>
              </a:extLst>
            </p:cNvPr>
            <p:cNvSpPr/>
            <p:nvPr/>
          </p:nvSpPr>
          <p:spPr>
            <a:xfrm>
              <a:off x="9445438" y="4823007"/>
              <a:ext cx="526661" cy="359232"/>
            </a:xfrm>
            <a:custGeom>
              <a:avLst/>
              <a:gdLst>
                <a:gd name="connsiteX0" fmla="*/ 508540 w 526661"/>
                <a:gd name="connsiteY0" fmla="*/ 426 h 359232"/>
                <a:gd name="connsiteX1" fmla="*/ 526419 w 526661"/>
                <a:gd name="connsiteY1" fmla="*/ 152521 h 359232"/>
                <a:gd name="connsiteX2" fmla="*/ 321173 w 526661"/>
                <a:gd name="connsiteY2" fmla="*/ 289272 h 359232"/>
                <a:gd name="connsiteX3" fmla="*/ 111103 w 526661"/>
                <a:gd name="connsiteY3" fmla="*/ 359659 h 359232"/>
                <a:gd name="connsiteX4" fmla="*/ -242 w 526661"/>
                <a:gd name="connsiteY4" fmla="*/ 249328 h 359232"/>
                <a:gd name="connsiteX5" fmla="*/ 267040 w 526661"/>
                <a:gd name="connsiteY5" fmla="*/ 176106 h 359232"/>
                <a:gd name="connsiteX6" fmla="*/ 508540 w 526661"/>
                <a:gd name="connsiteY6" fmla="*/ 426 h 35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661" h="359232">
                  <a:moveTo>
                    <a:pt x="508540" y="426"/>
                  </a:moveTo>
                  <a:lnTo>
                    <a:pt x="526419" y="152521"/>
                  </a:lnTo>
                  <a:cubicBezTo>
                    <a:pt x="427546" y="237181"/>
                    <a:pt x="390393" y="254756"/>
                    <a:pt x="321173" y="289272"/>
                  </a:cubicBezTo>
                  <a:cubicBezTo>
                    <a:pt x="251954" y="323799"/>
                    <a:pt x="184723" y="342845"/>
                    <a:pt x="111103" y="359659"/>
                  </a:cubicBezTo>
                  <a:lnTo>
                    <a:pt x="-242" y="249328"/>
                  </a:lnTo>
                  <a:cubicBezTo>
                    <a:pt x="116456" y="231837"/>
                    <a:pt x="182248" y="217585"/>
                    <a:pt x="267040" y="176106"/>
                  </a:cubicBezTo>
                  <a:cubicBezTo>
                    <a:pt x="351842" y="134617"/>
                    <a:pt x="399681" y="103202"/>
                    <a:pt x="508540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BFAFA3CA-7912-F4AF-34E6-AF87D5EFA468}"/>
                </a:ext>
              </a:extLst>
            </p:cNvPr>
            <p:cNvSpPr/>
            <p:nvPr/>
          </p:nvSpPr>
          <p:spPr>
            <a:xfrm>
              <a:off x="9659793" y="3423714"/>
              <a:ext cx="277255" cy="671728"/>
            </a:xfrm>
            <a:custGeom>
              <a:avLst/>
              <a:gdLst>
                <a:gd name="connsiteX0" fmla="*/ -242 w 277255"/>
                <a:gd name="connsiteY0" fmla="*/ 11325 h 671728"/>
                <a:gd name="connsiteX1" fmla="*/ 120529 w 277255"/>
                <a:gd name="connsiteY1" fmla="*/ 426 h 671728"/>
                <a:gd name="connsiteX2" fmla="*/ 261327 w 277255"/>
                <a:gd name="connsiteY2" fmla="*/ 299907 h 671728"/>
                <a:gd name="connsiteX3" fmla="*/ 254927 w 277255"/>
                <a:gd name="connsiteY3" fmla="*/ 631152 h 671728"/>
                <a:gd name="connsiteX4" fmla="*/ 141201 w 277255"/>
                <a:gd name="connsiteY4" fmla="*/ 672154 h 671728"/>
                <a:gd name="connsiteX5" fmla="*/ 166961 w 277255"/>
                <a:gd name="connsiteY5" fmla="*/ 321915 h 671728"/>
                <a:gd name="connsiteX6" fmla="*/ -242 w 277255"/>
                <a:gd name="connsiteY6" fmla="*/ 11325 h 67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255" h="671728">
                  <a:moveTo>
                    <a:pt x="-242" y="11325"/>
                  </a:moveTo>
                  <a:lnTo>
                    <a:pt x="120529" y="426"/>
                  </a:lnTo>
                  <a:cubicBezTo>
                    <a:pt x="205290" y="119158"/>
                    <a:pt x="238921" y="194782"/>
                    <a:pt x="261327" y="299907"/>
                  </a:cubicBezTo>
                  <a:cubicBezTo>
                    <a:pt x="283723" y="405020"/>
                    <a:pt x="282613" y="524229"/>
                    <a:pt x="254927" y="631152"/>
                  </a:cubicBezTo>
                  <a:lnTo>
                    <a:pt x="141201" y="672154"/>
                  </a:lnTo>
                  <a:cubicBezTo>
                    <a:pt x="172039" y="545211"/>
                    <a:pt x="190542" y="432055"/>
                    <a:pt x="166961" y="321915"/>
                  </a:cubicBezTo>
                  <a:cubicBezTo>
                    <a:pt x="143391" y="211775"/>
                    <a:pt x="99763" y="129676"/>
                    <a:pt x="-242" y="11325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33B46D22-D4E9-C7D3-4E8A-51491BBBB836}"/>
                </a:ext>
              </a:extLst>
            </p:cNvPr>
            <p:cNvSpPr/>
            <p:nvPr/>
          </p:nvSpPr>
          <p:spPr>
            <a:xfrm>
              <a:off x="9839352" y="3416635"/>
              <a:ext cx="254953" cy="616293"/>
            </a:xfrm>
            <a:custGeom>
              <a:avLst/>
              <a:gdLst>
                <a:gd name="connsiteX0" fmla="*/ -242 w 254953"/>
                <a:gd name="connsiteY0" fmla="*/ 7568 h 616293"/>
                <a:gd name="connsiteX1" fmla="*/ 120022 w 254953"/>
                <a:gd name="connsiteY1" fmla="*/ 426 h 616293"/>
                <a:gd name="connsiteX2" fmla="*/ 241872 w 254953"/>
                <a:gd name="connsiteY2" fmla="*/ 280860 h 616293"/>
                <a:gd name="connsiteX3" fmla="*/ 241523 w 254953"/>
                <a:gd name="connsiteY3" fmla="*/ 568786 h 616293"/>
                <a:gd name="connsiteX4" fmla="*/ 127766 w 254953"/>
                <a:gd name="connsiteY4" fmla="*/ 616719 h 616293"/>
                <a:gd name="connsiteX5" fmla="*/ 143920 w 254953"/>
                <a:gd name="connsiteY5" fmla="*/ 301938 h 616293"/>
                <a:gd name="connsiteX6" fmla="*/ -242 w 254953"/>
                <a:gd name="connsiteY6" fmla="*/ 7568 h 616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4953" h="616293">
                  <a:moveTo>
                    <a:pt x="-242" y="7568"/>
                  </a:moveTo>
                  <a:lnTo>
                    <a:pt x="120022" y="426"/>
                  </a:lnTo>
                  <a:cubicBezTo>
                    <a:pt x="197831" y="129813"/>
                    <a:pt x="221613" y="186137"/>
                    <a:pt x="241872" y="280860"/>
                  </a:cubicBezTo>
                  <a:cubicBezTo>
                    <a:pt x="262121" y="375583"/>
                    <a:pt x="255646" y="496993"/>
                    <a:pt x="241523" y="568786"/>
                  </a:cubicBezTo>
                  <a:lnTo>
                    <a:pt x="127766" y="616719"/>
                  </a:lnTo>
                  <a:cubicBezTo>
                    <a:pt x="148850" y="540386"/>
                    <a:pt x="165258" y="403465"/>
                    <a:pt x="143920" y="301938"/>
                  </a:cubicBezTo>
                  <a:cubicBezTo>
                    <a:pt x="122582" y="200411"/>
                    <a:pt x="97224" y="140818"/>
                    <a:pt x="-242" y="7568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2F35461-95FD-24D5-CDF7-3DDF515471A0}"/>
                </a:ext>
              </a:extLst>
            </p:cNvPr>
            <p:cNvSpPr/>
            <p:nvPr/>
          </p:nvSpPr>
          <p:spPr>
            <a:xfrm>
              <a:off x="10023059" y="3422529"/>
              <a:ext cx="228391" cy="536203"/>
            </a:xfrm>
            <a:custGeom>
              <a:avLst/>
              <a:gdLst>
                <a:gd name="connsiteX0" fmla="*/ -242 w 228391"/>
                <a:gd name="connsiteY0" fmla="*/ 426 h 536203"/>
                <a:gd name="connsiteX1" fmla="*/ 120857 w 228391"/>
                <a:gd name="connsiteY1" fmla="*/ 3389 h 536203"/>
                <a:gd name="connsiteX2" fmla="*/ 216313 w 228391"/>
                <a:gd name="connsiteY2" fmla="*/ 244651 h 536203"/>
                <a:gd name="connsiteX3" fmla="*/ 220830 w 228391"/>
                <a:gd name="connsiteY3" fmla="*/ 484993 h 536203"/>
                <a:gd name="connsiteX4" fmla="*/ 112013 w 228391"/>
                <a:gd name="connsiteY4" fmla="*/ 536630 h 536203"/>
                <a:gd name="connsiteX5" fmla="*/ 118445 w 228391"/>
                <a:gd name="connsiteY5" fmla="*/ 261994 h 536203"/>
                <a:gd name="connsiteX6" fmla="*/ -242 w 228391"/>
                <a:gd name="connsiteY6" fmla="*/ 426 h 53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391" h="536203">
                  <a:moveTo>
                    <a:pt x="-242" y="426"/>
                  </a:moveTo>
                  <a:lnTo>
                    <a:pt x="120857" y="3389"/>
                  </a:lnTo>
                  <a:cubicBezTo>
                    <a:pt x="181031" y="114640"/>
                    <a:pt x="199651" y="164382"/>
                    <a:pt x="216313" y="244651"/>
                  </a:cubicBezTo>
                  <a:cubicBezTo>
                    <a:pt x="232975" y="324921"/>
                    <a:pt x="229695" y="371901"/>
                    <a:pt x="220830" y="484993"/>
                  </a:cubicBezTo>
                  <a:lnTo>
                    <a:pt x="112013" y="536630"/>
                  </a:lnTo>
                  <a:cubicBezTo>
                    <a:pt x="129998" y="400904"/>
                    <a:pt x="137149" y="351363"/>
                    <a:pt x="118445" y="261994"/>
                  </a:cubicBezTo>
                  <a:cubicBezTo>
                    <a:pt x="99741" y="172625"/>
                    <a:pt x="80889" y="128438"/>
                    <a:pt x="-242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62A01F2D-E804-EE5C-99F9-C0B925D002A8}"/>
                </a:ext>
              </a:extLst>
            </p:cNvPr>
            <p:cNvSpPr/>
            <p:nvPr/>
          </p:nvSpPr>
          <p:spPr>
            <a:xfrm>
              <a:off x="10211611" y="3433650"/>
              <a:ext cx="198241" cy="439554"/>
            </a:xfrm>
            <a:custGeom>
              <a:avLst/>
              <a:gdLst>
                <a:gd name="connsiteX0" fmla="*/ -242 w 198241"/>
                <a:gd name="connsiteY0" fmla="*/ 426 h 439554"/>
                <a:gd name="connsiteX1" fmla="*/ 120011 w 198241"/>
                <a:gd name="connsiteY1" fmla="*/ 16552 h 439554"/>
                <a:gd name="connsiteX2" fmla="*/ 184702 w 198241"/>
                <a:gd name="connsiteY2" fmla="*/ 201004 h 439554"/>
                <a:gd name="connsiteX3" fmla="*/ 197493 w 198241"/>
                <a:gd name="connsiteY3" fmla="*/ 376134 h 439554"/>
                <a:gd name="connsiteX4" fmla="*/ 90950 w 198241"/>
                <a:gd name="connsiteY4" fmla="*/ 439981 h 439554"/>
                <a:gd name="connsiteX5" fmla="*/ 87205 w 198241"/>
                <a:gd name="connsiteY5" fmla="*/ 220357 h 439554"/>
                <a:gd name="connsiteX6" fmla="*/ -242 w 198241"/>
                <a:gd name="connsiteY6" fmla="*/ 426 h 439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241" h="439554">
                  <a:moveTo>
                    <a:pt x="-242" y="426"/>
                  </a:moveTo>
                  <a:lnTo>
                    <a:pt x="120011" y="16552"/>
                  </a:lnTo>
                  <a:cubicBezTo>
                    <a:pt x="165586" y="109095"/>
                    <a:pt x="171785" y="141072"/>
                    <a:pt x="184702" y="201004"/>
                  </a:cubicBezTo>
                  <a:cubicBezTo>
                    <a:pt x="197620" y="260936"/>
                    <a:pt x="199048" y="316297"/>
                    <a:pt x="197493" y="376134"/>
                  </a:cubicBezTo>
                  <a:lnTo>
                    <a:pt x="90950" y="439981"/>
                  </a:lnTo>
                  <a:cubicBezTo>
                    <a:pt x="100429" y="346940"/>
                    <a:pt x="102407" y="293611"/>
                    <a:pt x="87205" y="220357"/>
                  </a:cubicBezTo>
                  <a:cubicBezTo>
                    <a:pt x="72003" y="147103"/>
                    <a:pt x="57277" y="104196"/>
                    <a:pt x="-242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174BE65E-4AE5-709C-58A8-413767BF2EF0}"/>
                </a:ext>
              </a:extLst>
            </p:cNvPr>
            <p:cNvSpPr/>
            <p:nvPr/>
          </p:nvSpPr>
          <p:spPr>
            <a:xfrm>
              <a:off x="9081971" y="3231351"/>
              <a:ext cx="538869" cy="174396"/>
            </a:xfrm>
            <a:custGeom>
              <a:avLst/>
              <a:gdLst>
                <a:gd name="connsiteX0" fmla="*/ -242 w 538869"/>
                <a:gd name="connsiteY0" fmla="*/ 140676 h 174396"/>
                <a:gd name="connsiteX1" fmla="*/ 17510 w 538869"/>
                <a:gd name="connsiteY1" fmla="*/ 45392 h 174396"/>
                <a:gd name="connsiteX2" fmla="*/ 278317 w 538869"/>
                <a:gd name="connsiteY2" fmla="*/ 1861 h 174396"/>
                <a:gd name="connsiteX3" fmla="*/ 531709 w 538869"/>
                <a:gd name="connsiteY3" fmla="*/ 78448 h 174396"/>
                <a:gd name="connsiteX4" fmla="*/ 538627 w 538869"/>
                <a:gd name="connsiteY4" fmla="*/ 174822 h 174396"/>
                <a:gd name="connsiteX5" fmla="*/ 274826 w 538869"/>
                <a:gd name="connsiteY5" fmla="*/ 79221 h 174396"/>
                <a:gd name="connsiteX6" fmla="*/ -242 w 538869"/>
                <a:gd name="connsiteY6" fmla="*/ 140676 h 1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869" h="174396">
                  <a:moveTo>
                    <a:pt x="-242" y="140676"/>
                  </a:moveTo>
                  <a:lnTo>
                    <a:pt x="17510" y="45392"/>
                  </a:lnTo>
                  <a:cubicBezTo>
                    <a:pt x="127173" y="5861"/>
                    <a:pt x="192616" y="-3652"/>
                    <a:pt x="278317" y="1861"/>
                  </a:cubicBezTo>
                  <a:cubicBezTo>
                    <a:pt x="364008" y="7364"/>
                    <a:pt x="455454" y="34018"/>
                    <a:pt x="531709" y="78448"/>
                  </a:cubicBezTo>
                  <a:lnTo>
                    <a:pt x="538627" y="174822"/>
                  </a:lnTo>
                  <a:cubicBezTo>
                    <a:pt x="447668" y="123641"/>
                    <a:pt x="364643" y="84913"/>
                    <a:pt x="274826" y="79221"/>
                  </a:cubicBezTo>
                  <a:cubicBezTo>
                    <a:pt x="185020" y="73528"/>
                    <a:pt x="112426" y="89336"/>
                    <a:pt x="-242" y="14067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5F63A1A6-FC38-5F8F-488A-0644D9D71C24}"/>
                </a:ext>
              </a:extLst>
            </p:cNvPr>
            <p:cNvSpPr/>
            <p:nvPr/>
          </p:nvSpPr>
          <p:spPr>
            <a:xfrm>
              <a:off x="9112492" y="3102433"/>
              <a:ext cx="496214" cy="161969"/>
            </a:xfrm>
            <a:custGeom>
              <a:avLst/>
              <a:gdLst>
                <a:gd name="connsiteX0" fmla="*/ -242 w 496214"/>
                <a:gd name="connsiteY0" fmla="*/ 129086 h 161969"/>
                <a:gd name="connsiteX1" fmla="*/ 20292 w 496214"/>
                <a:gd name="connsiteY1" fmla="*/ 35008 h 161969"/>
                <a:gd name="connsiteX2" fmla="*/ 262343 w 496214"/>
                <a:gd name="connsiteY2" fmla="*/ 1931 h 161969"/>
                <a:gd name="connsiteX3" fmla="*/ 483722 w 496214"/>
                <a:gd name="connsiteY3" fmla="*/ 64498 h 161969"/>
                <a:gd name="connsiteX4" fmla="*/ 495972 w 496214"/>
                <a:gd name="connsiteY4" fmla="*/ 162396 h 161969"/>
                <a:gd name="connsiteX5" fmla="*/ 257360 w 496214"/>
                <a:gd name="connsiteY5" fmla="*/ 81862 h 161969"/>
                <a:gd name="connsiteX6" fmla="*/ -242 w 496214"/>
                <a:gd name="connsiteY6" fmla="*/ 129086 h 161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6214" h="161969">
                  <a:moveTo>
                    <a:pt x="-242" y="129086"/>
                  </a:moveTo>
                  <a:lnTo>
                    <a:pt x="20292" y="35008"/>
                  </a:lnTo>
                  <a:cubicBezTo>
                    <a:pt x="136641" y="3137"/>
                    <a:pt x="185105" y="-2978"/>
                    <a:pt x="262343" y="1931"/>
                  </a:cubicBezTo>
                  <a:cubicBezTo>
                    <a:pt x="339581" y="6852"/>
                    <a:pt x="431556" y="38098"/>
                    <a:pt x="483722" y="64498"/>
                  </a:cubicBezTo>
                  <a:lnTo>
                    <a:pt x="495972" y="162396"/>
                  </a:lnTo>
                  <a:cubicBezTo>
                    <a:pt x="441828" y="129657"/>
                    <a:pt x="340057" y="87406"/>
                    <a:pt x="257360" y="81862"/>
                  </a:cubicBezTo>
                  <a:cubicBezTo>
                    <a:pt x="174652" y="76307"/>
                    <a:pt x="123343" y="82931"/>
                    <a:pt x="-242" y="12908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CA520100-F317-2F0D-3DCE-A8D4E302200E}"/>
                </a:ext>
              </a:extLst>
            </p:cNvPr>
            <p:cNvSpPr/>
            <p:nvPr/>
          </p:nvSpPr>
          <p:spPr>
            <a:xfrm>
              <a:off x="9151285" y="2973966"/>
              <a:ext cx="436696" cy="145156"/>
            </a:xfrm>
            <a:custGeom>
              <a:avLst/>
              <a:gdLst>
                <a:gd name="connsiteX0" fmla="*/ -242 w 436696"/>
                <a:gd name="connsiteY0" fmla="*/ 115934 h 145156"/>
                <a:gd name="connsiteX1" fmla="*/ 28237 w 436696"/>
                <a:gd name="connsiteY1" fmla="*/ 23401 h 145156"/>
                <a:gd name="connsiteX2" fmla="*/ 234456 w 436696"/>
                <a:gd name="connsiteY2" fmla="*/ 2154 h 145156"/>
                <a:gd name="connsiteX3" fmla="*/ 420279 w 436696"/>
                <a:gd name="connsiteY3" fmla="*/ 50679 h 145156"/>
                <a:gd name="connsiteX4" fmla="*/ 436454 w 436696"/>
                <a:gd name="connsiteY4" fmla="*/ 145582 h 145156"/>
                <a:gd name="connsiteX5" fmla="*/ 226617 w 436696"/>
                <a:gd name="connsiteY5" fmla="*/ 81206 h 145156"/>
                <a:gd name="connsiteX6" fmla="*/ -242 w 436696"/>
                <a:gd name="connsiteY6" fmla="*/ 115934 h 14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6696" h="145156">
                  <a:moveTo>
                    <a:pt x="-242" y="115934"/>
                  </a:moveTo>
                  <a:lnTo>
                    <a:pt x="28237" y="23401"/>
                  </a:lnTo>
                  <a:cubicBezTo>
                    <a:pt x="126824" y="1170"/>
                    <a:pt x="169109" y="-2396"/>
                    <a:pt x="234456" y="2154"/>
                  </a:cubicBezTo>
                  <a:cubicBezTo>
                    <a:pt x="299793" y="6704"/>
                    <a:pt x="335222" y="19391"/>
                    <a:pt x="420279" y="50679"/>
                  </a:cubicBezTo>
                  <a:lnTo>
                    <a:pt x="436454" y="145582"/>
                  </a:lnTo>
                  <a:cubicBezTo>
                    <a:pt x="335952" y="102379"/>
                    <a:pt x="299401" y="86158"/>
                    <a:pt x="226617" y="81206"/>
                  </a:cubicBezTo>
                  <a:cubicBezTo>
                    <a:pt x="153832" y="76265"/>
                    <a:pt x="115769" y="81206"/>
                    <a:pt x="-242" y="115934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03FFCBC5-350D-F1F0-8EA1-41436D3D4BB8}"/>
                </a:ext>
              </a:extLst>
            </p:cNvPr>
            <p:cNvSpPr/>
            <p:nvPr/>
          </p:nvSpPr>
          <p:spPr>
            <a:xfrm>
              <a:off x="9200637" y="2845727"/>
              <a:ext cx="357807" cy="126020"/>
            </a:xfrm>
            <a:custGeom>
              <a:avLst/>
              <a:gdLst>
                <a:gd name="connsiteX0" fmla="*/ -242 w 357807"/>
                <a:gd name="connsiteY0" fmla="*/ 101506 h 126020"/>
                <a:gd name="connsiteX1" fmla="*/ 38182 w 357807"/>
                <a:gd name="connsiteY1" fmla="*/ 12465 h 126020"/>
                <a:gd name="connsiteX2" fmla="*/ 194044 w 357807"/>
                <a:gd name="connsiteY2" fmla="*/ 2604 h 126020"/>
                <a:gd name="connsiteX3" fmla="*/ 331509 w 357807"/>
                <a:gd name="connsiteY3" fmla="*/ 30654 h 126020"/>
                <a:gd name="connsiteX4" fmla="*/ 357566 w 357807"/>
                <a:gd name="connsiteY4" fmla="*/ 126446 h 126020"/>
                <a:gd name="connsiteX5" fmla="*/ 187834 w 357807"/>
                <a:gd name="connsiteY5" fmla="*/ 81804 h 126020"/>
                <a:gd name="connsiteX6" fmla="*/ -242 w 357807"/>
                <a:gd name="connsiteY6" fmla="*/ 101506 h 12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07" h="126020">
                  <a:moveTo>
                    <a:pt x="-242" y="101506"/>
                  </a:moveTo>
                  <a:lnTo>
                    <a:pt x="38182" y="12465"/>
                  </a:lnTo>
                  <a:cubicBezTo>
                    <a:pt x="119218" y="-2581"/>
                    <a:pt x="145158" y="-423"/>
                    <a:pt x="194044" y="2604"/>
                  </a:cubicBezTo>
                  <a:cubicBezTo>
                    <a:pt x="242930" y="5630"/>
                    <a:pt x="285818" y="16518"/>
                    <a:pt x="331509" y="30654"/>
                  </a:cubicBezTo>
                  <a:lnTo>
                    <a:pt x="357566" y="126446"/>
                  </a:lnTo>
                  <a:cubicBezTo>
                    <a:pt x="288050" y="99020"/>
                    <a:pt x="247469" y="85962"/>
                    <a:pt x="187834" y="81804"/>
                  </a:cubicBezTo>
                  <a:cubicBezTo>
                    <a:pt x="128199" y="77646"/>
                    <a:pt x="92019" y="79698"/>
                    <a:pt x="-242" y="10150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C03EDA63-D060-DAD0-EFF0-A1791446F4E8}"/>
                </a:ext>
              </a:extLst>
            </p:cNvPr>
            <p:cNvSpPr/>
            <p:nvPr/>
          </p:nvSpPr>
          <p:spPr>
            <a:xfrm>
              <a:off x="8884880" y="3390489"/>
              <a:ext cx="175392" cy="431565"/>
            </a:xfrm>
            <a:custGeom>
              <a:avLst/>
              <a:gdLst>
                <a:gd name="connsiteX0" fmla="*/ 93448 w 175392"/>
                <a:gd name="connsiteY0" fmla="*/ 431992 h 431565"/>
                <a:gd name="connsiteX1" fmla="*/ 17617 w 175392"/>
                <a:gd name="connsiteY1" fmla="*/ 408131 h 431565"/>
                <a:gd name="connsiteX2" fmla="*/ 8233 w 175392"/>
                <a:gd name="connsiteY2" fmla="*/ 195216 h 431565"/>
                <a:gd name="connsiteX3" fmla="*/ 95966 w 175392"/>
                <a:gd name="connsiteY3" fmla="*/ 426 h 431565"/>
                <a:gd name="connsiteX4" fmla="*/ 175151 w 175392"/>
                <a:gd name="connsiteY4" fmla="*/ 4680 h 431565"/>
                <a:gd name="connsiteX5" fmla="*/ 70904 w 175392"/>
                <a:gd name="connsiteY5" fmla="*/ 205861 h 431565"/>
                <a:gd name="connsiteX6" fmla="*/ 93448 w 175392"/>
                <a:gd name="connsiteY6" fmla="*/ 431992 h 431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392" h="431565">
                  <a:moveTo>
                    <a:pt x="93448" y="431992"/>
                  </a:moveTo>
                  <a:lnTo>
                    <a:pt x="17617" y="408131"/>
                  </a:lnTo>
                  <a:cubicBezTo>
                    <a:pt x="-3616" y="316445"/>
                    <a:pt x="-4822" y="263169"/>
                    <a:pt x="8233" y="195216"/>
                  </a:cubicBezTo>
                  <a:cubicBezTo>
                    <a:pt x="21298" y="127263"/>
                    <a:pt x="52147" y="56866"/>
                    <a:pt x="95966" y="426"/>
                  </a:cubicBezTo>
                  <a:lnTo>
                    <a:pt x="175151" y="4680"/>
                  </a:lnTo>
                  <a:cubicBezTo>
                    <a:pt x="124371" y="72198"/>
                    <a:pt x="84519" y="134638"/>
                    <a:pt x="70904" y="205861"/>
                  </a:cubicBezTo>
                  <a:cubicBezTo>
                    <a:pt x="57289" y="277083"/>
                    <a:pt x="62896" y="336719"/>
                    <a:pt x="93448" y="431992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A4ADF1C8-32C5-9F4C-A831-FB656D62B7ED}"/>
                </a:ext>
              </a:extLst>
            </p:cNvPr>
            <p:cNvSpPr/>
            <p:nvPr/>
          </p:nvSpPr>
          <p:spPr>
            <a:xfrm>
              <a:off x="8781461" y="3389769"/>
              <a:ext cx="162494" cy="393452"/>
            </a:xfrm>
            <a:custGeom>
              <a:avLst/>
              <a:gdLst>
                <a:gd name="connsiteX0" fmla="*/ 85501 w 162494"/>
                <a:gd name="connsiteY0" fmla="*/ 393878 h 393452"/>
                <a:gd name="connsiteX1" fmla="*/ 10929 w 162494"/>
                <a:gd name="connsiteY1" fmla="*/ 367912 h 393452"/>
                <a:gd name="connsiteX2" fmla="*/ 8189 w 162494"/>
                <a:gd name="connsiteY2" fmla="*/ 171048 h 393452"/>
                <a:gd name="connsiteX3" fmla="*/ 81291 w 162494"/>
                <a:gd name="connsiteY3" fmla="*/ 426 h 393452"/>
                <a:gd name="connsiteX4" fmla="*/ 162253 w 162494"/>
                <a:gd name="connsiteY4" fmla="*/ 574 h 393452"/>
                <a:gd name="connsiteX5" fmla="*/ 72796 w 162494"/>
                <a:gd name="connsiteY5" fmla="*/ 183153 h 393452"/>
                <a:gd name="connsiteX6" fmla="*/ 85501 w 162494"/>
                <a:gd name="connsiteY6" fmla="*/ 393878 h 3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94" h="393452">
                  <a:moveTo>
                    <a:pt x="85501" y="393878"/>
                  </a:moveTo>
                  <a:lnTo>
                    <a:pt x="10929" y="367912"/>
                  </a:lnTo>
                  <a:cubicBezTo>
                    <a:pt x="-3406" y="271655"/>
                    <a:pt x="-3533" y="232292"/>
                    <a:pt x="8189" y="171048"/>
                  </a:cubicBezTo>
                  <a:cubicBezTo>
                    <a:pt x="19921" y="109804"/>
                    <a:pt x="54578" y="39439"/>
                    <a:pt x="81291" y="426"/>
                  </a:cubicBezTo>
                  <a:lnTo>
                    <a:pt x="162253" y="574"/>
                  </a:lnTo>
                  <a:cubicBezTo>
                    <a:pt x="130177" y="40529"/>
                    <a:pt x="85586" y="117603"/>
                    <a:pt x="72796" y="183153"/>
                  </a:cubicBezTo>
                  <a:cubicBezTo>
                    <a:pt x="59995" y="248704"/>
                    <a:pt x="60259" y="290394"/>
                    <a:pt x="85501" y="393878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C948EE6E-0796-3A9E-35D7-53B00515FD5C}"/>
                </a:ext>
              </a:extLst>
            </p:cNvPr>
            <p:cNvSpPr/>
            <p:nvPr/>
          </p:nvSpPr>
          <p:spPr>
            <a:xfrm>
              <a:off x="8677848" y="3391558"/>
              <a:ext cx="145727" cy="346101"/>
            </a:xfrm>
            <a:custGeom>
              <a:avLst/>
              <a:gdLst>
                <a:gd name="connsiteX0" fmla="*/ 77662 w 145727"/>
                <a:gd name="connsiteY0" fmla="*/ 346527 h 346101"/>
                <a:gd name="connsiteX1" fmla="*/ 5142 w 145727"/>
                <a:gd name="connsiteY1" fmla="*/ 314361 h 346101"/>
                <a:gd name="connsiteX2" fmla="*/ 8454 w 145727"/>
                <a:gd name="connsiteY2" fmla="*/ 147346 h 346101"/>
                <a:gd name="connsiteX3" fmla="*/ 66565 w 145727"/>
                <a:gd name="connsiteY3" fmla="*/ 3717 h 346101"/>
                <a:gd name="connsiteX4" fmla="*/ 145485 w 145727"/>
                <a:gd name="connsiteY4" fmla="*/ 426 h 346101"/>
                <a:gd name="connsiteX5" fmla="*/ 72066 w 145727"/>
                <a:gd name="connsiteY5" fmla="*/ 161631 h 346101"/>
                <a:gd name="connsiteX6" fmla="*/ 77662 w 145727"/>
                <a:gd name="connsiteY6" fmla="*/ 346527 h 346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727" h="346101">
                  <a:moveTo>
                    <a:pt x="77662" y="346527"/>
                  </a:moveTo>
                  <a:lnTo>
                    <a:pt x="5142" y="314361"/>
                  </a:lnTo>
                  <a:cubicBezTo>
                    <a:pt x="-3109" y="233287"/>
                    <a:pt x="-1777" y="199120"/>
                    <a:pt x="8454" y="147346"/>
                  </a:cubicBezTo>
                  <a:cubicBezTo>
                    <a:pt x="18694" y="95572"/>
                    <a:pt x="32574" y="68537"/>
                    <a:pt x="66565" y="3717"/>
                  </a:cubicBezTo>
                  <a:lnTo>
                    <a:pt x="145485" y="426"/>
                  </a:lnTo>
                  <a:cubicBezTo>
                    <a:pt x="100238" y="76378"/>
                    <a:pt x="83375" y="103953"/>
                    <a:pt x="72066" y="161631"/>
                  </a:cubicBezTo>
                  <a:cubicBezTo>
                    <a:pt x="60757" y="219320"/>
                    <a:pt x="60979" y="250249"/>
                    <a:pt x="77662" y="346527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46AA7109-D96F-1315-8955-4728D8507D83}"/>
                </a:ext>
              </a:extLst>
            </p:cNvPr>
            <p:cNvSpPr/>
            <p:nvPr/>
          </p:nvSpPr>
          <p:spPr>
            <a:xfrm>
              <a:off x="8574211" y="3400033"/>
              <a:ext cx="126381" cy="283502"/>
            </a:xfrm>
            <a:custGeom>
              <a:avLst/>
              <a:gdLst>
                <a:gd name="connsiteX0" fmla="*/ 70049 w 126381"/>
                <a:gd name="connsiteY0" fmla="*/ 283929 h 283502"/>
                <a:gd name="connsiteX1" fmla="*/ 1369 w 126381"/>
                <a:gd name="connsiteY1" fmla="*/ 244175 h 283502"/>
                <a:gd name="connsiteX2" fmla="*/ 8923 w 126381"/>
                <a:gd name="connsiteY2" fmla="*/ 118565 h 283502"/>
                <a:gd name="connsiteX3" fmla="*/ 45516 w 126381"/>
                <a:gd name="connsiteY3" fmla="*/ 11526 h 283502"/>
                <a:gd name="connsiteX4" fmla="*/ 126139 w 126381"/>
                <a:gd name="connsiteY4" fmla="*/ 426 h 283502"/>
                <a:gd name="connsiteX5" fmla="*/ 72810 w 126381"/>
                <a:gd name="connsiteY5" fmla="*/ 131580 h 283502"/>
                <a:gd name="connsiteX6" fmla="*/ 70049 w 126381"/>
                <a:gd name="connsiteY6" fmla="*/ 283929 h 28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381" h="283502">
                  <a:moveTo>
                    <a:pt x="70049" y="283929"/>
                  </a:moveTo>
                  <a:lnTo>
                    <a:pt x="1369" y="244175"/>
                  </a:lnTo>
                  <a:cubicBezTo>
                    <a:pt x="-2778" y="177863"/>
                    <a:pt x="1560" y="157346"/>
                    <a:pt x="8923" y="118565"/>
                  </a:cubicBezTo>
                  <a:cubicBezTo>
                    <a:pt x="16275" y="79796"/>
                    <a:pt x="29436" y="46613"/>
                    <a:pt x="45516" y="11526"/>
                  </a:cubicBezTo>
                  <a:lnTo>
                    <a:pt x="126139" y="426"/>
                  </a:lnTo>
                  <a:cubicBezTo>
                    <a:pt x="96856" y="53205"/>
                    <a:pt x="82162" y="84325"/>
                    <a:pt x="72810" y="131580"/>
                  </a:cubicBezTo>
                  <a:cubicBezTo>
                    <a:pt x="63458" y="178825"/>
                    <a:pt x="61511" y="207956"/>
                    <a:pt x="70049" y="283929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4AF863B3-641B-4F5A-45EA-EC2814C2D90E}"/>
                </a:ext>
              </a:extLst>
            </p:cNvPr>
            <p:cNvSpPr/>
            <p:nvPr/>
          </p:nvSpPr>
          <p:spPr>
            <a:xfrm>
              <a:off x="8955360" y="3832054"/>
              <a:ext cx="311396" cy="245484"/>
            </a:xfrm>
            <a:custGeom>
              <a:avLst/>
              <a:gdLst>
                <a:gd name="connsiteX0" fmla="*/ 311155 w 311396"/>
                <a:gd name="connsiteY0" fmla="*/ 196337 h 245484"/>
                <a:gd name="connsiteX1" fmla="*/ 268405 w 311396"/>
                <a:gd name="connsiteY1" fmla="*/ 245910 h 245484"/>
                <a:gd name="connsiteX2" fmla="*/ 111209 w 311396"/>
                <a:gd name="connsiteY2" fmla="*/ 185989 h 245484"/>
                <a:gd name="connsiteX3" fmla="*/ -242 w 311396"/>
                <a:gd name="connsiteY3" fmla="*/ 58686 h 245484"/>
                <a:gd name="connsiteX4" fmla="*/ 29443 w 311396"/>
                <a:gd name="connsiteY4" fmla="*/ 426 h 245484"/>
                <a:gd name="connsiteX5" fmla="*/ 139963 w 311396"/>
                <a:gd name="connsiteY5" fmla="*/ 142172 h 245484"/>
                <a:gd name="connsiteX6" fmla="*/ 311155 w 311396"/>
                <a:gd name="connsiteY6" fmla="*/ 196337 h 24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396" h="245484">
                  <a:moveTo>
                    <a:pt x="311155" y="196337"/>
                  </a:moveTo>
                  <a:lnTo>
                    <a:pt x="268405" y="245910"/>
                  </a:lnTo>
                  <a:cubicBezTo>
                    <a:pt x="194933" y="233044"/>
                    <a:pt x="155980" y="217193"/>
                    <a:pt x="111209" y="185989"/>
                  </a:cubicBezTo>
                  <a:cubicBezTo>
                    <a:pt x="66438" y="154785"/>
                    <a:pt x="25867" y="109423"/>
                    <a:pt x="-242" y="58686"/>
                  </a:cubicBezTo>
                  <a:lnTo>
                    <a:pt x="29443" y="426"/>
                  </a:lnTo>
                  <a:cubicBezTo>
                    <a:pt x="61233" y="59892"/>
                    <a:pt x="93013" y="109518"/>
                    <a:pt x="139963" y="142172"/>
                  </a:cubicBezTo>
                  <a:cubicBezTo>
                    <a:pt x="186914" y="174826"/>
                    <a:pt x="231949" y="189354"/>
                    <a:pt x="311155" y="196337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B3E3934-AD2E-33D9-D905-8AA678DB3C98}"/>
                </a:ext>
              </a:extLst>
            </p:cNvPr>
            <p:cNvSpPr/>
            <p:nvPr/>
          </p:nvSpPr>
          <p:spPr>
            <a:xfrm>
              <a:off x="8914884" y="3917910"/>
              <a:ext cx="286070" cy="229443"/>
            </a:xfrm>
            <a:custGeom>
              <a:avLst/>
              <a:gdLst>
                <a:gd name="connsiteX0" fmla="*/ 285829 w 286070"/>
                <a:gd name="connsiteY0" fmla="*/ 181915 h 229443"/>
                <a:gd name="connsiteX1" fmla="*/ 241978 w 286070"/>
                <a:gd name="connsiteY1" fmla="*/ 229869 h 229443"/>
                <a:gd name="connsiteX2" fmla="*/ 98631 w 286070"/>
                <a:gd name="connsiteY2" fmla="*/ 170001 h 229443"/>
                <a:gd name="connsiteX3" fmla="*/ -242 w 286070"/>
                <a:gd name="connsiteY3" fmla="*/ 61321 h 229443"/>
                <a:gd name="connsiteX4" fmla="*/ 27063 w 286070"/>
                <a:gd name="connsiteY4" fmla="*/ 426 h 229443"/>
                <a:gd name="connsiteX5" fmla="*/ 129099 w 286070"/>
                <a:gd name="connsiteY5" fmla="*/ 125189 h 229443"/>
                <a:gd name="connsiteX6" fmla="*/ 285829 w 286070"/>
                <a:gd name="connsiteY6" fmla="*/ 181915 h 22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070" h="229443">
                  <a:moveTo>
                    <a:pt x="285829" y="181915"/>
                  </a:moveTo>
                  <a:lnTo>
                    <a:pt x="241978" y="229869"/>
                  </a:lnTo>
                  <a:cubicBezTo>
                    <a:pt x="167533" y="210379"/>
                    <a:pt x="139001" y="198094"/>
                    <a:pt x="98631" y="170001"/>
                  </a:cubicBezTo>
                  <a:cubicBezTo>
                    <a:pt x="58261" y="141908"/>
                    <a:pt x="19002" y="93699"/>
                    <a:pt x="-242" y="61321"/>
                  </a:cubicBezTo>
                  <a:lnTo>
                    <a:pt x="27063" y="426"/>
                  </a:lnTo>
                  <a:cubicBezTo>
                    <a:pt x="45195" y="37143"/>
                    <a:pt x="85967" y="94948"/>
                    <a:pt x="129099" y="125189"/>
                  </a:cubicBezTo>
                  <a:cubicBezTo>
                    <a:pt x="172219" y="155441"/>
                    <a:pt x="202475" y="168361"/>
                    <a:pt x="285829" y="181915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3B85155E-D077-A0BB-4086-B06B015641F3}"/>
                </a:ext>
              </a:extLst>
            </p:cNvPr>
            <p:cNvSpPr/>
            <p:nvPr/>
          </p:nvSpPr>
          <p:spPr>
            <a:xfrm>
              <a:off x="8878502" y="4008866"/>
              <a:ext cx="251751" cy="204376"/>
            </a:xfrm>
            <a:custGeom>
              <a:avLst/>
              <a:gdLst>
                <a:gd name="connsiteX0" fmla="*/ 251510 w 251751"/>
                <a:gd name="connsiteY0" fmla="*/ 160340 h 204376"/>
                <a:gd name="connsiteX1" fmla="*/ 203861 w 251751"/>
                <a:gd name="connsiteY1" fmla="*/ 204802 h 204376"/>
                <a:gd name="connsiteX2" fmla="*/ 84148 w 251751"/>
                <a:gd name="connsiteY2" fmla="*/ 149769 h 204376"/>
                <a:gd name="connsiteX3" fmla="*/ -242 w 251751"/>
                <a:gd name="connsiteY3" fmla="*/ 60855 h 204376"/>
                <a:gd name="connsiteX4" fmla="*/ 23900 w 251751"/>
                <a:gd name="connsiteY4" fmla="*/ 426 h 204376"/>
                <a:gd name="connsiteX5" fmla="*/ 115864 w 251751"/>
                <a:gd name="connsiteY5" fmla="*/ 106386 h 204376"/>
                <a:gd name="connsiteX6" fmla="*/ 251510 w 251751"/>
                <a:gd name="connsiteY6" fmla="*/ 160340 h 20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751" h="204376">
                  <a:moveTo>
                    <a:pt x="251510" y="160340"/>
                  </a:moveTo>
                  <a:lnTo>
                    <a:pt x="203861" y="204802"/>
                  </a:lnTo>
                  <a:cubicBezTo>
                    <a:pt x="142439" y="185502"/>
                    <a:pt x="118170" y="173757"/>
                    <a:pt x="84148" y="149769"/>
                  </a:cubicBezTo>
                  <a:cubicBezTo>
                    <a:pt x="50125" y="125771"/>
                    <a:pt x="35230" y="106820"/>
                    <a:pt x="-242" y="60855"/>
                  </a:cubicBezTo>
                  <a:lnTo>
                    <a:pt x="23900" y="426"/>
                  </a:lnTo>
                  <a:cubicBezTo>
                    <a:pt x="63645" y="58369"/>
                    <a:pt x="77927" y="79743"/>
                    <a:pt x="115864" y="106386"/>
                  </a:cubicBezTo>
                  <a:cubicBezTo>
                    <a:pt x="153790" y="133041"/>
                    <a:pt x="176250" y="142606"/>
                    <a:pt x="251510" y="160340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84C0C22A-2030-AC6D-6E7F-1E5BCB9403D4}"/>
                </a:ext>
              </a:extLst>
            </p:cNvPr>
            <p:cNvSpPr/>
            <p:nvPr/>
          </p:nvSpPr>
          <p:spPr>
            <a:xfrm>
              <a:off x="8848098" y="4103918"/>
              <a:ext cx="205330" cy="170579"/>
            </a:xfrm>
            <a:custGeom>
              <a:avLst/>
              <a:gdLst>
                <a:gd name="connsiteX0" fmla="*/ 205089 w 205330"/>
                <a:gd name="connsiteY0" fmla="*/ 131824 h 170579"/>
                <a:gd name="connsiteX1" fmla="*/ 153240 w 205330"/>
                <a:gd name="connsiteY1" fmla="*/ 171006 h 170579"/>
                <a:gd name="connsiteX2" fmla="*/ 64904 w 205330"/>
                <a:gd name="connsiteY2" fmla="*/ 125814 h 170579"/>
                <a:gd name="connsiteX3" fmla="*/ -242 w 205330"/>
                <a:gd name="connsiteY3" fmla="*/ 64601 h 170579"/>
                <a:gd name="connsiteX4" fmla="*/ 18822 w 205330"/>
                <a:gd name="connsiteY4" fmla="*/ 426 h 170579"/>
                <a:gd name="connsiteX5" fmla="*/ 95785 w 205330"/>
                <a:gd name="connsiteY5" fmla="*/ 81817 h 170579"/>
                <a:gd name="connsiteX6" fmla="*/ 205089 w 205330"/>
                <a:gd name="connsiteY6" fmla="*/ 131824 h 170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330" h="170579">
                  <a:moveTo>
                    <a:pt x="205089" y="131824"/>
                  </a:moveTo>
                  <a:lnTo>
                    <a:pt x="153240" y="171006"/>
                  </a:lnTo>
                  <a:cubicBezTo>
                    <a:pt x="103867" y="153272"/>
                    <a:pt x="90485" y="143548"/>
                    <a:pt x="64904" y="125814"/>
                  </a:cubicBezTo>
                  <a:cubicBezTo>
                    <a:pt x="39324" y="108079"/>
                    <a:pt x="19742" y="87742"/>
                    <a:pt x="-242" y="64601"/>
                  </a:cubicBezTo>
                  <a:lnTo>
                    <a:pt x="18822" y="426"/>
                  </a:lnTo>
                  <a:cubicBezTo>
                    <a:pt x="47174" y="39069"/>
                    <a:pt x="64746" y="59924"/>
                    <a:pt x="95785" y="81817"/>
                  </a:cubicBezTo>
                  <a:cubicBezTo>
                    <a:pt x="126835" y="103720"/>
                    <a:pt x="147252" y="114354"/>
                    <a:pt x="205089" y="131824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9B0D4EEE-3C9A-9DF4-665B-F991734C8553}"/>
                </a:ext>
              </a:extLst>
            </p:cNvPr>
            <p:cNvSpPr/>
            <p:nvPr/>
          </p:nvSpPr>
          <p:spPr>
            <a:xfrm>
              <a:off x="8090317" y="2481320"/>
              <a:ext cx="913918" cy="1201813"/>
            </a:xfrm>
            <a:custGeom>
              <a:avLst/>
              <a:gdLst>
                <a:gd name="connsiteX0" fmla="*/ 179463 w 913918"/>
                <a:gd name="connsiteY0" fmla="*/ 1202240 h 1201813"/>
                <a:gd name="connsiteX1" fmla="*/ -242 w 913918"/>
                <a:gd name="connsiteY1" fmla="*/ 1047637 h 1201813"/>
                <a:gd name="connsiteX2" fmla="*/ 228095 w 913918"/>
                <a:gd name="connsiteY2" fmla="*/ 442402 h 1201813"/>
                <a:gd name="connsiteX3" fmla="*/ 701363 w 913918"/>
                <a:gd name="connsiteY3" fmla="*/ 426 h 1201813"/>
                <a:gd name="connsiteX4" fmla="*/ 913676 w 913918"/>
                <a:gd name="connsiteY4" fmla="*/ 104173 h 1201813"/>
                <a:gd name="connsiteX5" fmla="*/ 387427 w 913918"/>
                <a:gd name="connsiteY5" fmla="*/ 544817 h 1201813"/>
                <a:gd name="connsiteX6" fmla="*/ 179463 w 913918"/>
                <a:gd name="connsiteY6" fmla="*/ 1202240 h 1201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918" h="1201813">
                  <a:moveTo>
                    <a:pt x="179463" y="1202240"/>
                  </a:moveTo>
                  <a:lnTo>
                    <a:pt x="-242" y="1047637"/>
                  </a:lnTo>
                  <a:cubicBezTo>
                    <a:pt x="50894" y="767055"/>
                    <a:pt x="111153" y="616929"/>
                    <a:pt x="228095" y="442402"/>
                  </a:cubicBezTo>
                  <a:cubicBezTo>
                    <a:pt x="345026" y="267862"/>
                    <a:pt x="513711" y="107147"/>
                    <a:pt x="701363" y="426"/>
                  </a:cubicBezTo>
                  <a:lnTo>
                    <a:pt x="913676" y="104173"/>
                  </a:lnTo>
                  <a:cubicBezTo>
                    <a:pt x="693683" y="233724"/>
                    <a:pt x="509796" y="361805"/>
                    <a:pt x="387427" y="544817"/>
                  </a:cubicBezTo>
                  <a:cubicBezTo>
                    <a:pt x="265048" y="727820"/>
                    <a:pt x="209296" y="900812"/>
                    <a:pt x="179463" y="1202240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C483E1D9-285E-0E81-A33A-D5C762B79396}"/>
                </a:ext>
              </a:extLst>
            </p:cNvPr>
            <p:cNvSpPr/>
            <p:nvPr/>
          </p:nvSpPr>
          <p:spPr>
            <a:xfrm>
              <a:off x="7836653" y="2342755"/>
              <a:ext cx="853773" cy="1103190"/>
            </a:xfrm>
            <a:custGeom>
              <a:avLst/>
              <a:gdLst>
                <a:gd name="connsiteX0" fmla="*/ 173480 w 853773"/>
                <a:gd name="connsiteY0" fmla="*/ 1103616 h 1103190"/>
                <a:gd name="connsiteX1" fmla="*/ -242 w 853773"/>
                <a:gd name="connsiteY1" fmla="*/ 944612 h 1103190"/>
                <a:gd name="connsiteX2" fmla="*/ 227168 w 853773"/>
                <a:gd name="connsiteY2" fmla="*/ 391902 h 1103190"/>
                <a:gd name="connsiteX3" fmla="*/ 631444 w 853773"/>
                <a:gd name="connsiteY3" fmla="*/ 426 h 1103190"/>
                <a:gd name="connsiteX4" fmla="*/ 853531 w 853773"/>
                <a:gd name="connsiteY4" fmla="*/ 94766 h 1103190"/>
                <a:gd name="connsiteX5" fmla="*/ 390070 w 853773"/>
                <a:gd name="connsiteY5" fmla="*/ 500635 h 1103190"/>
                <a:gd name="connsiteX6" fmla="*/ 173480 w 853773"/>
                <a:gd name="connsiteY6" fmla="*/ 1103616 h 110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3773" h="1103190">
                  <a:moveTo>
                    <a:pt x="173480" y="1103616"/>
                  </a:moveTo>
                  <a:lnTo>
                    <a:pt x="-242" y="944612"/>
                  </a:lnTo>
                  <a:cubicBezTo>
                    <a:pt x="75274" y="659311"/>
                    <a:pt x="121887" y="549266"/>
                    <a:pt x="227168" y="391902"/>
                  </a:cubicBezTo>
                  <a:cubicBezTo>
                    <a:pt x="332450" y="234538"/>
                    <a:pt x="511540" y="78338"/>
                    <a:pt x="631444" y="426"/>
                  </a:cubicBezTo>
                  <a:lnTo>
                    <a:pt x="853531" y="94766"/>
                  </a:lnTo>
                  <a:cubicBezTo>
                    <a:pt x="717769" y="169091"/>
                    <a:pt x="503404" y="332487"/>
                    <a:pt x="390070" y="500635"/>
                  </a:cubicBezTo>
                  <a:cubicBezTo>
                    <a:pt x="276724" y="668770"/>
                    <a:pt x="227685" y="785481"/>
                    <a:pt x="173480" y="110361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FBE6850F-29E7-AEBD-AA2C-A51E4E740AAC}"/>
                </a:ext>
              </a:extLst>
            </p:cNvPr>
            <p:cNvSpPr/>
            <p:nvPr/>
          </p:nvSpPr>
          <p:spPr>
            <a:xfrm>
              <a:off x="7597846" y="2220084"/>
              <a:ext cx="759887" cy="969827"/>
            </a:xfrm>
            <a:custGeom>
              <a:avLst/>
              <a:gdLst>
                <a:gd name="connsiteX0" fmla="*/ 160451 w 759887"/>
                <a:gd name="connsiteY0" fmla="*/ 970254 h 969827"/>
                <a:gd name="connsiteX1" fmla="*/ -242 w 759887"/>
                <a:gd name="connsiteY1" fmla="*/ 796320 h 969827"/>
                <a:gd name="connsiteX2" fmla="*/ 208162 w 759887"/>
                <a:gd name="connsiteY2" fmla="*/ 333955 h 969827"/>
                <a:gd name="connsiteX3" fmla="*/ 539081 w 759887"/>
                <a:gd name="connsiteY3" fmla="*/ 426 h 969827"/>
                <a:gd name="connsiteX4" fmla="*/ 759646 w 759887"/>
                <a:gd name="connsiteY4" fmla="*/ 82805 h 969827"/>
                <a:gd name="connsiteX5" fmla="*/ 365723 w 759887"/>
                <a:gd name="connsiteY5" fmla="*/ 447644 h 969827"/>
                <a:gd name="connsiteX6" fmla="*/ 160451 w 759887"/>
                <a:gd name="connsiteY6" fmla="*/ 970254 h 969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9887" h="969827">
                  <a:moveTo>
                    <a:pt x="160451" y="970254"/>
                  </a:moveTo>
                  <a:lnTo>
                    <a:pt x="-242" y="796320"/>
                  </a:lnTo>
                  <a:cubicBezTo>
                    <a:pt x="73849" y="560440"/>
                    <a:pt x="118275" y="466603"/>
                    <a:pt x="208162" y="333955"/>
                  </a:cubicBezTo>
                  <a:cubicBezTo>
                    <a:pt x="298048" y="201305"/>
                    <a:pt x="368416" y="141939"/>
                    <a:pt x="539081" y="426"/>
                  </a:cubicBezTo>
                  <a:lnTo>
                    <a:pt x="759646" y="82805"/>
                  </a:lnTo>
                  <a:cubicBezTo>
                    <a:pt x="544798" y="242340"/>
                    <a:pt x="465590" y="299736"/>
                    <a:pt x="365723" y="447644"/>
                  </a:cubicBezTo>
                  <a:cubicBezTo>
                    <a:pt x="265857" y="595551"/>
                    <a:pt x="229540" y="682148"/>
                    <a:pt x="160451" y="970254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1402FB90-52D5-6B6B-A410-3AFD684363CB}"/>
                </a:ext>
              </a:extLst>
            </p:cNvPr>
            <p:cNvSpPr/>
            <p:nvPr/>
          </p:nvSpPr>
          <p:spPr>
            <a:xfrm>
              <a:off x="7376369" y="2121337"/>
              <a:ext cx="633389" cy="788890"/>
            </a:xfrm>
            <a:custGeom>
              <a:avLst/>
              <a:gdLst>
                <a:gd name="connsiteX0" fmla="*/ 140856 w 633389"/>
                <a:gd name="connsiteY0" fmla="*/ 789317 h 788890"/>
                <a:gd name="connsiteX1" fmla="*/ -242 w 633389"/>
                <a:gd name="connsiteY1" fmla="*/ 598647 h 788890"/>
                <a:gd name="connsiteX2" fmla="*/ 170379 w 633389"/>
                <a:gd name="connsiteY2" fmla="*/ 256784 h 788890"/>
                <a:gd name="connsiteX3" fmla="*/ 398568 w 633389"/>
                <a:gd name="connsiteY3" fmla="*/ 426 h 788890"/>
                <a:gd name="connsiteX4" fmla="*/ 633148 w 633389"/>
                <a:gd name="connsiteY4" fmla="*/ 62990 h 788890"/>
                <a:gd name="connsiteX5" fmla="*/ 330242 w 633389"/>
                <a:gd name="connsiteY5" fmla="*/ 367227 h 788890"/>
                <a:gd name="connsiteX6" fmla="*/ 140856 w 633389"/>
                <a:gd name="connsiteY6" fmla="*/ 789317 h 7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3389" h="788890">
                  <a:moveTo>
                    <a:pt x="140856" y="789317"/>
                  </a:moveTo>
                  <a:lnTo>
                    <a:pt x="-242" y="598647"/>
                  </a:lnTo>
                  <a:cubicBezTo>
                    <a:pt x="67500" y="408722"/>
                    <a:pt x="103911" y="356486"/>
                    <a:pt x="170379" y="256784"/>
                  </a:cubicBezTo>
                  <a:cubicBezTo>
                    <a:pt x="236848" y="157080"/>
                    <a:pt x="312547" y="79712"/>
                    <a:pt x="398568" y="426"/>
                  </a:cubicBezTo>
                  <a:lnTo>
                    <a:pt x="633148" y="62990"/>
                  </a:lnTo>
                  <a:cubicBezTo>
                    <a:pt x="489764" y="176358"/>
                    <a:pt x="412290" y="246173"/>
                    <a:pt x="330242" y="367227"/>
                  </a:cubicBezTo>
                  <a:cubicBezTo>
                    <a:pt x="248192" y="488282"/>
                    <a:pt x="208075" y="567343"/>
                    <a:pt x="140856" y="789317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1" name="Graphic 71">
            <a:extLst>
              <a:ext uri="{FF2B5EF4-FFF2-40B4-BE49-F238E27FC236}">
                <a16:creationId xmlns:a16="http://schemas.microsoft.com/office/drawing/2014/main" id="{1241D18E-5A87-37EC-4276-2C43E4667D83}"/>
              </a:ext>
            </a:extLst>
          </p:cNvPr>
          <p:cNvGrpSpPr>
            <a:grpSpLocks noChangeAspect="1"/>
          </p:cNvGrpSpPr>
          <p:nvPr/>
        </p:nvGrpSpPr>
        <p:grpSpPr>
          <a:xfrm>
            <a:off x="8124703" y="1458280"/>
            <a:ext cx="1005218" cy="1098159"/>
            <a:chOff x="7376369" y="1295740"/>
            <a:chExt cx="3557574" cy="3886499"/>
          </a:xfrm>
          <a:solidFill>
            <a:schemeClr val="bg1"/>
          </a:solidFill>
        </p:grpSpPr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5E3166A3-026B-D9F2-1F51-3E1F8559E4F9}"/>
                </a:ext>
              </a:extLst>
            </p:cNvPr>
            <p:cNvSpPr/>
            <p:nvPr/>
          </p:nvSpPr>
          <p:spPr>
            <a:xfrm>
              <a:off x="9079252" y="2316796"/>
              <a:ext cx="1577931" cy="976567"/>
            </a:xfrm>
            <a:custGeom>
              <a:avLst/>
              <a:gdLst>
                <a:gd name="connsiteX0" fmla="*/ -242 w 1577931"/>
                <a:gd name="connsiteY0" fmla="*/ 249242 h 976567"/>
                <a:gd name="connsiteX1" fmla="*/ 161524 w 1577931"/>
                <a:gd name="connsiteY1" fmla="*/ 426 h 976567"/>
                <a:gd name="connsiteX2" fmla="*/ 950421 w 1577931"/>
                <a:gd name="connsiteY2" fmla="*/ 182706 h 976567"/>
                <a:gd name="connsiteX3" fmla="*/ 1577689 w 1577931"/>
                <a:gd name="connsiteY3" fmla="*/ 696200 h 976567"/>
                <a:gd name="connsiteX4" fmla="*/ 1484455 w 1577931"/>
                <a:gd name="connsiteY4" fmla="*/ 976994 h 976567"/>
                <a:gd name="connsiteX5" fmla="*/ 849982 w 1577931"/>
                <a:gd name="connsiteY5" fmla="*/ 397529 h 976567"/>
                <a:gd name="connsiteX6" fmla="*/ -242 w 1577931"/>
                <a:gd name="connsiteY6" fmla="*/ 249242 h 9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77931" h="976567">
                  <a:moveTo>
                    <a:pt x="-242" y="249242"/>
                  </a:moveTo>
                  <a:lnTo>
                    <a:pt x="161524" y="426"/>
                  </a:lnTo>
                  <a:cubicBezTo>
                    <a:pt x="518104" y="17030"/>
                    <a:pt x="714389" y="66743"/>
                    <a:pt x="950421" y="182706"/>
                  </a:cubicBezTo>
                  <a:cubicBezTo>
                    <a:pt x="1186452" y="298669"/>
                    <a:pt x="1413977" y="481164"/>
                    <a:pt x="1577689" y="696200"/>
                  </a:cubicBezTo>
                  <a:lnTo>
                    <a:pt x="1484455" y="976994"/>
                  </a:lnTo>
                  <a:cubicBezTo>
                    <a:pt x="1287017" y="725637"/>
                    <a:pt x="1097428" y="518816"/>
                    <a:pt x="849982" y="397529"/>
                  </a:cubicBezTo>
                  <a:cubicBezTo>
                    <a:pt x="602536" y="276235"/>
                    <a:pt x="378639" y="235933"/>
                    <a:pt x="-242" y="249242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8A550B88-0B2D-67E3-B018-F350E2A054F3}"/>
                </a:ext>
              </a:extLst>
            </p:cNvPr>
            <p:cNvSpPr/>
            <p:nvPr/>
          </p:nvSpPr>
          <p:spPr>
            <a:xfrm>
              <a:off x="9330105" y="1961671"/>
              <a:ext cx="1444930" cy="917564"/>
            </a:xfrm>
            <a:custGeom>
              <a:avLst/>
              <a:gdLst>
                <a:gd name="connsiteX0" fmla="*/ -242 w 1444930"/>
                <a:gd name="connsiteY0" fmla="*/ 242557 h 917564"/>
                <a:gd name="connsiteX1" fmla="*/ 167987 w 1444930"/>
                <a:gd name="connsiteY1" fmla="*/ 426 h 917564"/>
                <a:gd name="connsiteX2" fmla="*/ 891569 w 1444930"/>
                <a:gd name="connsiteY2" fmla="*/ 190332 h 917564"/>
                <a:gd name="connsiteX3" fmla="*/ 1444688 w 1444930"/>
                <a:gd name="connsiteY3" fmla="*/ 626642 h 917564"/>
                <a:gd name="connsiteX4" fmla="*/ 1364752 w 1444930"/>
                <a:gd name="connsiteY4" fmla="*/ 917991 h 917564"/>
                <a:gd name="connsiteX5" fmla="*/ 783905 w 1444930"/>
                <a:gd name="connsiteY5" fmla="*/ 410635 h 917564"/>
                <a:gd name="connsiteX6" fmla="*/ -242 w 1444930"/>
                <a:gd name="connsiteY6" fmla="*/ 242557 h 917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44930" h="917564">
                  <a:moveTo>
                    <a:pt x="-242" y="242557"/>
                  </a:moveTo>
                  <a:lnTo>
                    <a:pt x="167987" y="426"/>
                  </a:lnTo>
                  <a:cubicBezTo>
                    <a:pt x="534502" y="46493"/>
                    <a:pt x="678790" y="85961"/>
                    <a:pt x="891569" y="190332"/>
                  </a:cubicBezTo>
                  <a:cubicBezTo>
                    <a:pt x="1104357" y="294702"/>
                    <a:pt x="1328021" y="490856"/>
                    <a:pt x="1444688" y="626642"/>
                  </a:cubicBezTo>
                  <a:lnTo>
                    <a:pt x="1364752" y="917991"/>
                  </a:lnTo>
                  <a:cubicBezTo>
                    <a:pt x="1249884" y="761932"/>
                    <a:pt x="1011399" y="523207"/>
                    <a:pt x="783905" y="410635"/>
                  </a:cubicBezTo>
                  <a:cubicBezTo>
                    <a:pt x="556400" y="298062"/>
                    <a:pt x="403447" y="256697"/>
                    <a:pt x="-242" y="242557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59305CB8-5F93-26EC-6677-658D4F17488C}"/>
                </a:ext>
              </a:extLst>
            </p:cNvPr>
            <p:cNvSpPr/>
            <p:nvPr/>
          </p:nvSpPr>
          <p:spPr>
            <a:xfrm>
              <a:off x="9605649" y="1620078"/>
              <a:ext cx="1266248" cy="823831"/>
            </a:xfrm>
            <a:custGeom>
              <a:avLst/>
              <a:gdLst>
                <a:gd name="connsiteX0" fmla="*/ -242 w 1266248"/>
                <a:gd name="connsiteY0" fmla="*/ 228880 h 823831"/>
                <a:gd name="connsiteX1" fmla="*/ 188680 w 1266248"/>
                <a:gd name="connsiteY1" fmla="*/ 426 h 823831"/>
                <a:gd name="connsiteX2" fmla="*/ 797023 w 1266248"/>
                <a:gd name="connsiteY2" fmla="*/ 181832 h 823831"/>
                <a:gd name="connsiteX3" fmla="*/ 1266007 w 1266248"/>
                <a:gd name="connsiteY3" fmla="*/ 536787 h 823831"/>
                <a:gd name="connsiteX4" fmla="*/ 1200659 w 1266248"/>
                <a:gd name="connsiteY4" fmla="*/ 824257 h 823831"/>
                <a:gd name="connsiteX5" fmla="*/ 682313 w 1266248"/>
                <a:gd name="connsiteY5" fmla="*/ 396342 h 823831"/>
                <a:gd name="connsiteX6" fmla="*/ -242 w 1266248"/>
                <a:gd name="connsiteY6" fmla="*/ 228880 h 823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6248" h="823831">
                  <a:moveTo>
                    <a:pt x="-242" y="228880"/>
                  </a:moveTo>
                  <a:lnTo>
                    <a:pt x="188680" y="426"/>
                  </a:lnTo>
                  <a:cubicBezTo>
                    <a:pt x="493655" y="52979"/>
                    <a:pt x="617474" y="92438"/>
                    <a:pt x="797023" y="181832"/>
                  </a:cubicBezTo>
                  <a:cubicBezTo>
                    <a:pt x="976583" y="271225"/>
                    <a:pt x="1061967" y="348633"/>
                    <a:pt x="1266007" y="536787"/>
                  </a:cubicBezTo>
                  <a:lnTo>
                    <a:pt x="1200659" y="824257"/>
                  </a:lnTo>
                  <a:cubicBezTo>
                    <a:pt x="966882" y="584279"/>
                    <a:pt x="882460" y="495571"/>
                    <a:pt x="682313" y="396342"/>
                  </a:cubicBezTo>
                  <a:cubicBezTo>
                    <a:pt x="482156" y="297112"/>
                    <a:pt x="368674" y="266506"/>
                    <a:pt x="-242" y="228880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4C27080C-E3D4-8C51-12EE-66C86188195A}"/>
                </a:ext>
              </a:extLst>
            </p:cNvPr>
            <p:cNvSpPr/>
            <p:nvPr/>
          </p:nvSpPr>
          <p:spPr>
            <a:xfrm>
              <a:off x="9912327" y="1295740"/>
              <a:ext cx="1021616" cy="696549"/>
            </a:xfrm>
            <a:custGeom>
              <a:avLst/>
              <a:gdLst>
                <a:gd name="connsiteX0" fmla="*/ -242 w 1021616"/>
                <a:gd name="connsiteY0" fmla="*/ 207360 h 696549"/>
                <a:gd name="connsiteX1" fmla="*/ 212716 w 1021616"/>
                <a:gd name="connsiteY1" fmla="*/ 426 h 696549"/>
                <a:gd name="connsiteX2" fmla="*/ 665270 w 1021616"/>
                <a:gd name="connsiteY2" fmla="*/ 155070 h 696549"/>
                <a:gd name="connsiteX3" fmla="*/ 1021375 w 1021616"/>
                <a:gd name="connsiteY3" fmla="*/ 395429 h 696549"/>
                <a:gd name="connsiteX4" fmla="*/ 982941 w 1021616"/>
                <a:gd name="connsiteY4" fmla="*/ 696976 h 696549"/>
                <a:gd name="connsiteX5" fmla="*/ 554962 w 1021616"/>
                <a:gd name="connsiteY5" fmla="*/ 371892 h 696549"/>
                <a:gd name="connsiteX6" fmla="*/ -242 w 1021616"/>
                <a:gd name="connsiteY6" fmla="*/ 207360 h 6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21616" h="696549">
                  <a:moveTo>
                    <a:pt x="-242" y="207360"/>
                  </a:moveTo>
                  <a:lnTo>
                    <a:pt x="212716" y="426"/>
                  </a:lnTo>
                  <a:cubicBezTo>
                    <a:pt x="459622" y="52776"/>
                    <a:pt x="530492" y="89236"/>
                    <a:pt x="665270" y="155070"/>
                  </a:cubicBezTo>
                  <a:cubicBezTo>
                    <a:pt x="800049" y="220904"/>
                    <a:pt x="908654" y="301922"/>
                    <a:pt x="1021375" y="395429"/>
                  </a:cubicBezTo>
                  <a:lnTo>
                    <a:pt x="982941" y="696976"/>
                  </a:lnTo>
                  <a:cubicBezTo>
                    <a:pt x="818361" y="537976"/>
                    <a:pt x="718833" y="453494"/>
                    <a:pt x="554962" y="371892"/>
                  </a:cubicBezTo>
                  <a:cubicBezTo>
                    <a:pt x="391102" y="290289"/>
                    <a:pt x="286326" y="253708"/>
                    <a:pt x="-242" y="207360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EEB8E607-6847-89C0-E35D-CC6D2C03B89F}"/>
                </a:ext>
              </a:extLst>
            </p:cNvPr>
            <p:cNvSpPr/>
            <p:nvPr/>
          </p:nvSpPr>
          <p:spPr>
            <a:xfrm>
              <a:off x="8155071" y="3732739"/>
              <a:ext cx="821478" cy="896727"/>
            </a:xfrm>
            <a:custGeom>
              <a:avLst/>
              <a:gdLst>
                <a:gd name="connsiteX0" fmla="*/ 821237 w 821478"/>
                <a:gd name="connsiteY0" fmla="*/ 789786 h 896727"/>
                <a:gd name="connsiteX1" fmla="*/ 665512 w 821478"/>
                <a:gd name="connsiteY1" fmla="*/ 897153 h 896727"/>
                <a:gd name="connsiteX2" fmla="*/ 244822 w 821478"/>
                <a:gd name="connsiteY2" fmla="*/ 598191 h 896727"/>
                <a:gd name="connsiteX3" fmla="*/ -242 w 821478"/>
                <a:gd name="connsiteY3" fmla="*/ 143273 h 896727"/>
                <a:gd name="connsiteX4" fmla="*/ 122855 w 821478"/>
                <a:gd name="connsiteY4" fmla="*/ 426 h 896727"/>
                <a:gd name="connsiteX5" fmla="*/ 356146 w 821478"/>
                <a:gd name="connsiteY5" fmla="*/ 495966 h 896727"/>
                <a:gd name="connsiteX6" fmla="*/ 821237 w 821478"/>
                <a:gd name="connsiteY6" fmla="*/ 789786 h 89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1478" h="896727">
                  <a:moveTo>
                    <a:pt x="821237" y="789786"/>
                  </a:moveTo>
                  <a:lnTo>
                    <a:pt x="665512" y="897153"/>
                  </a:lnTo>
                  <a:cubicBezTo>
                    <a:pt x="459398" y="800790"/>
                    <a:pt x="355776" y="723833"/>
                    <a:pt x="244822" y="598191"/>
                  </a:cubicBezTo>
                  <a:cubicBezTo>
                    <a:pt x="133857" y="472539"/>
                    <a:pt x="44061" y="309747"/>
                    <a:pt x="-242" y="143273"/>
                  </a:cubicBezTo>
                  <a:lnTo>
                    <a:pt x="122855" y="426"/>
                  </a:lnTo>
                  <a:cubicBezTo>
                    <a:pt x="178205" y="196496"/>
                    <a:pt x="239754" y="364410"/>
                    <a:pt x="356146" y="495966"/>
                  </a:cubicBezTo>
                  <a:cubicBezTo>
                    <a:pt x="472538" y="627533"/>
                    <a:pt x="594716" y="705644"/>
                    <a:pt x="821237" y="78978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2F43EF9E-83CA-62BE-11EF-1E44CA319155}"/>
                </a:ext>
              </a:extLst>
            </p:cNvPr>
            <p:cNvSpPr/>
            <p:nvPr/>
          </p:nvSpPr>
          <p:spPr>
            <a:xfrm>
              <a:off x="7982551" y="3944956"/>
              <a:ext cx="758348" cy="831324"/>
            </a:xfrm>
            <a:custGeom>
              <a:avLst/>
              <a:gdLst>
                <a:gd name="connsiteX0" fmla="*/ 758107 w 758348"/>
                <a:gd name="connsiteY0" fmla="*/ 729896 h 831324"/>
                <a:gd name="connsiteX1" fmla="*/ 600192 w 758348"/>
                <a:gd name="connsiteY1" fmla="*/ 831751 h 831324"/>
                <a:gd name="connsiteX2" fmla="*/ 219840 w 758348"/>
                <a:gd name="connsiteY2" fmla="*/ 544153 h 831324"/>
                <a:gd name="connsiteX3" fmla="*/ -242 w 758348"/>
                <a:gd name="connsiteY3" fmla="*/ 152722 h 831324"/>
                <a:gd name="connsiteX4" fmla="*/ 117578 w 758348"/>
                <a:gd name="connsiteY4" fmla="*/ 426 h 831324"/>
                <a:gd name="connsiteX5" fmla="*/ 336761 w 758348"/>
                <a:gd name="connsiteY5" fmla="*/ 440457 h 831324"/>
                <a:gd name="connsiteX6" fmla="*/ 758107 w 758348"/>
                <a:gd name="connsiteY6" fmla="*/ 729896 h 831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8348" h="831324">
                  <a:moveTo>
                    <a:pt x="758107" y="729896"/>
                  </a:moveTo>
                  <a:lnTo>
                    <a:pt x="600192" y="831751"/>
                  </a:lnTo>
                  <a:cubicBezTo>
                    <a:pt x="395369" y="715611"/>
                    <a:pt x="319919" y="657330"/>
                    <a:pt x="219840" y="544153"/>
                  </a:cubicBezTo>
                  <a:cubicBezTo>
                    <a:pt x="119772" y="430987"/>
                    <a:pt x="35562" y="261073"/>
                    <a:pt x="-242" y="152722"/>
                  </a:cubicBezTo>
                  <a:lnTo>
                    <a:pt x="117578" y="426"/>
                  </a:lnTo>
                  <a:cubicBezTo>
                    <a:pt x="147399" y="120290"/>
                    <a:pt x="230007" y="318879"/>
                    <a:pt x="336761" y="440457"/>
                  </a:cubicBezTo>
                  <a:cubicBezTo>
                    <a:pt x="443525" y="562035"/>
                    <a:pt x="523631" y="623554"/>
                    <a:pt x="758107" y="72989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D7DD3C3C-B94D-EE37-F185-00CDD03DF6BC}"/>
                </a:ext>
              </a:extLst>
            </p:cNvPr>
            <p:cNvSpPr/>
            <p:nvPr/>
          </p:nvSpPr>
          <p:spPr>
            <a:xfrm>
              <a:off x="7820754" y="4174463"/>
              <a:ext cx="671536" cy="731215"/>
            </a:xfrm>
            <a:custGeom>
              <a:avLst/>
              <a:gdLst>
                <a:gd name="connsiteX0" fmla="*/ 671294 w 671536"/>
                <a:gd name="connsiteY0" fmla="*/ 642865 h 731215"/>
                <a:gd name="connsiteX1" fmla="*/ 504503 w 671536"/>
                <a:gd name="connsiteY1" fmla="*/ 731642 h 731215"/>
                <a:gd name="connsiteX2" fmla="*/ 190008 w 671536"/>
                <a:gd name="connsiteY2" fmla="*/ 477026 h 731215"/>
                <a:gd name="connsiteX3" fmla="*/ -242 w 671536"/>
                <a:gd name="connsiteY3" fmla="*/ 153970 h 731215"/>
                <a:gd name="connsiteX4" fmla="*/ 108041 w 671536"/>
                <a:gd name="connsiteY4" fmla="*/ 426 h 731215"/>
                <a:gd name="connsiteX5" fmla="*/ 309675 w 671536"/>
                <a:gd name="connsiteY5" fmla="*/ 378462 h 731215"/>
                <a:gd name="connsiteX6" fmla="*/ 671294 w 671536"/>
                <a:gd name="connsiteY6" fmla="*/ 642865 h 73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1536" h="731215">
                  <a:moveTo>
                    <a:pt x="671294" y="642865"/>
                  </a:moveTo>
                  <a:lnTo>
                    <a:pt x="504503" y="731642"/>
                  </a:lnTo>
                  <a:cubicBezTo>
                    <a:pt x="337528" y="626623"/>
                    <a:pt x="274133" y="573304"/>
                    <a:pt x="190008" y="477026"/>
                  </a:cubicBezTo>
                  <a:cubicBezTo>
                    <a:pt x="105883" y="380747"/>
                    <a:pt x="74344" y="314403"/>
                    <a:pt x="-242" y="153970"/>
                  </a:cubicBezTo>
                  <a:lnTo>
                    <a:pt x="108041" y="426"/>
                  </a:lnTo>
                  <a:cubicBezTo>
                    <a:pt x="187574" y="198612"/>
                    <a:pt x="215800" y="271390"/>
                    <a:pt x="309675" y="378462"/>
                  </a:cubicBezTo>
                  <a:cubicBezTo>
                    <a:pt x="403547" y="485533"/>
                    <a:pt x="463001" y="531128"/>
                    <a:pt x="671294" y="642865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F199CFFA-65CD-5CC3-1FAF-2D46EF0C78E0}"/>
                </a:ext>
              </a:extLst>
            </p:cNvPr>
            <p:cNvSpPr/>
            <p:nvPr/>
          </p:nvSpPr>
          <p:spPr>
            <a:xfrm>
              <a:off x="7671170" y="4419016"/>
              <a:ext cx="556440" cy="597511"/>
            </a:xfrm>
            <a:custGeom>
              <a:avLst/>
              <a:gdLst>
                <a:gd name="connsiteX0" fmla="*/ 556198 w 556440"/>
                <a:gd name="connsiteY0" fmla="*/ 527689 h 597511"/>
                <a:gd name="connsiteX1" fmla="*/ 380475 w 556440"/>
                <a:gd name="connsiteY1" fmla="*/ 597938 h 597511"/>
                <a:gd name="connsiteX2" fmla="*/ 151293 w 556440"/>
                <a:gd name="connsiteY2" fmla="*/ 396926 h 597511"/>
                <a:gd name="connsiteX3" fmla="*/ -242 w 556440"/>
                <a:gd name="connsiteY3" fmla="*/ 168816 h 597511"/>
                <a:gd name="connsiteX4" fmla="*/ 95591 w 556440"/>
                <a:gd name="connsiteY4" fmla="*/ 426 h 597511"/>
                <a:gd name="connsiteX5" fmla="*/ 268921 w 556440"/>
                <a:gd name="connsiteY5" fmla="*/ 295928 h 597511"/>
                <a:gd name="connsiteX6" fmla="*/ 556198 w 556440"/>
                <a:gd name="connsiteY6" fmla="*/ 527689 h 597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6440" h="597511">
                  <a:moveTo>
                    <a:pt x="556198" y="527689"/>
                  </a:moveTo>
                  <a:lnTo>
                    <a:pt x="380475" y="597938"/>
                  </a:lnTo>
                  <a:cubicBezTo>
                    <a:pt x="247666" y="507140"/>
                    <a:pt x="214745" y="468444"/>
                    <a:pt x="151293" y="396926"/>
                  </a:cubicBezTo>
                  <a:cubicBezTo>
                    <a:pt x="87840" y="325407"/>
                    <a:pt x="43493" y="251286"/>
                    <a:pt x="-242" y="168816"/>
                  </a:cubicBezTo>
                  <a:lnTo>
                    <a:pt x="95591" y="426"/>
                  </a:lnTo>
                  <a:cubicBezTo>
                    <a:pt x="153993" y="134088"/>
                    <a:pt x="192153" y="208051"/>
                    <a:pt x="268921" y="295928"/>
                  </a:cubicBezTo>
                  <a:cubicBezTo>
                    <a:pt x="345689" y="383805"/>
                    <a:pt x="398557" y="430796"/>
                    <a:pt x="556198" y="527689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E8BE7E58-3C83-CE3F-F21F-3052DF3A6A07}"/>
                </a:ext>
              </a:extLst>
            </p:cNvPr>
            <p:cNvSpPr/>
            <p:nvPr/>
          </p:nvSpPr>
          <p:spPr>
            <a:xfrm>
              <a:off x="9017036" y="4148528"/>
              <a:ext cx="814625" cy="505765"/>
            </a:xfrm>
            <a:custGeom>
              <a:avLst/>
              <a:gdLst>
                <a:gd name="connsiteX0" fmla="*/ 763307 w 814625"/>
                <a:gd name="connsiteY0" fmla="*/ 426 h 505765"/>
                <a:gd name="connsiteX1" fmla="*/ 814383 w 814625"/>
                <a:gd name="connsiteY1" fmla="*/ 144701 h 505765"/>
                <a:gd name="connsiteX2" fmla="*/ 492312 w 814625"/>
                <a:gd name="connsiteY2" fmla="*/ 410480 h 505765"/>
                <a:gd name="connsiteX3" fmla="*/ 85407 w 814625"/>
                <a:gd name="connsiteY3" fmla="*/ 506187 h 505765"/>
                <a:gd name="connsiteX4" fmla="*/ -242 w 814625"/>
                <a:gd name="connsiteY4" fmla="*/ 379932 h 505765"/>
                <a:gd name="connsiteX5" fmla="*/ 435915 w 814625"/>
                <a:gd name="connsiteY5" fmla="*/ 301970 h 505765"/>
                <a:gd name="connsiteX6" fmla="*/ 763307 w 814625"/>
                <a:gd name="connsiteY6" fmla="*/ 426 h 50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4625" h="505765">
                  <a:moveTo>
                    <a:pt x="763307" y="426"/>
                  </a:moveTo>
                  <a:lnTo>
                    <a:pt x="814383" y="144701"/>
                  </a:lnTo>
                  <a:cubicBezTo>
                    <a:pt x="695728" y="285463"/>
                    <a:pt x="613814" y="350231"/>
                    <a:pt x="492312" y="410480"/>
                  </a:cubicBezTo>
                  <a:cubicBezTo>
                    <a:pt x="370821" y="470719"/>
                    <a:pt x="224766" y="506621"/>
                    <a:pt x="85407" y="506187"/>
                  </a:cubicBezTo>
                  <a:lnTo>
                    <a:pt x="-242" y="379932"/>
                  </a:lnTo>
                  <a:cubicBezTo>
                    <a:pt x="164549" y="377954"/>
                    <a:pt x="308658" y="365224"/>
                    <a:pt x="435915" y="301970"/>
                  </a:cubicBezTo>
                  <a:cubicBezTo>
                    <a:pt x="563171" y="238715"/>
                    <a:pt x="649899" y="159705"/>
                    <a:pt x="763307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43906C1C-9705-A989-5976-A58883149E1A}"/>
                </a:ext>
              </a:extLst>
            </p:cNvPr>
            <p:cNvSpPr/>
            <p:nvPr/>
          </p:nvSpPr>
          <p:spPr>
            <a:xfrm>
              <a:off x="9145361" y="4364724"/>
              <a:ext cx="750896" cy="471033"/>
            </a:xfrm>
            <a:custGeom>
              <a:avLst/>
              <a:gdLst>
                <a:gd name="connsiteX0" fmla="*/ 704350 w 750896"/>
                <a:gd name="connsiteY0" fmla="*/ 426 h 471033"/>
                <a:gd name="connsiteX1" fmla="*/ 750655 w 750896"/>
                <a:gd name="connsiteY1" fmla="*/ 145251 h 471033"/>
                <a:gd name="connsiteX2" fmla="*/ 445965 w 750896"/>
                <a:gd name="connsiteY2" fmla="*/ 381890 h 471033"/>
                <a:gd name="connsiteX3" fmla="*/ 93902 w 750896"/>
                <a:gd name="connsiteY3" fmla="*/ 471460 h 471033"/>
                <a:gd name="connsiteX4" fmla="*/ -242 w 750896"/>
                <a:gd name="connsiteY4" fmla="*/ 347331 h 471033"/>
                <a:gd name="connsiteX5" fmla="*/ 389589 w 750896"/>
                <a:gd name="connsiteY5" fmla="*/ 268702 h 471033"/>
                <a:gd name="connsiteX6" fmla="*/ 704350 w 750896"/>
                <a:gd name="connsiteY6" fmla="*/ 426 h 471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0896" h="471033">
                  <a:moveTo>
                    <a:pt x="704350" y="426"/>
                  </a:moveTo>
                  <a:lnTo>
                    <a:pt x="750655" y="145251"/>
                  </a:lnTo>
                  <a:cubicBezTo>
                    <a:pt x="616829" y="280839"/>
                    <a:pt x="555417" y="327523"/>
                    <a:pt x="445965" y="381890"/>
                  </a:cubicBezTo>
                  <a:cubicBezTo>
                    <a:pt x="336503" y="436256"/>
                    <a:pt x="186067" y="466286"/>
                    <a:pt x="93902" y="471460"/>
                  </a:cubicBezTo>
                  <a:lnTo>
                    <a:pt x="-242" y="347331"/>
                  </a:lnTo>
                  <a:cubicBezTo>
                    <a:pt x="99657" y="349268"/>
                    <a:pt x="272150" y="326529"/>
                    <a:pt x="389589" y="268702"/>
                  </a:cubicBezTo>
                  <a:cubicBezTo>
                    <a:pt x="507017" y="210887"/>
                    <a:pt x="571931" y="161250"/>
                    <a:pt x="704350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E5941CB0-A960-4E46-1D87-341BED5FA3EE}"/>
                </a:ext>
              </a:extLst>
            </p:cNvPr>
            <p:cNvSpPr/>
            <p:nvPr/>
          </p:nvSpPr>
          <p:spPr>
            <a:xfrm>
              <a:off x="9288539" y="4588972"/>
              <a:ext cx="654573" cy="421778"/>
            </a:xfrm>
            <a:custGeom>
              <a:avLst/>
              <a:gdLst>
                <a:gd name="connsiteX0" fmla="*/ 620108 w 654573"/>
                <a:gd name="connsiteY0" fmla="*/ 426 h 421778"/>
                <a:gd name="connsiteX1" fmla="*/ 654332 w 654573"/>
                <a:gd name="connsiteY1" fmla="*/ 149431 h 421778"/>
                <a:gd name="connsiteX2" fmla="*/ 389271 w 654573"/>
                <a:gd name="connsiteY2" fmla="*/ 341565 h 421778"/>
                <a:gd name="connsiteX3" fmla="*/ 96896 w 654573"/>
                <a:gd name="connsiteY3" fmla="*/ 422204 h 421778"/>
                <a:gd name="connsiteX4" fmla="*/ -242 w 654573"/>
                <a:gd name="connsiteY4" fmla="*/ 305271 h 421778"/>
                <a:gd name="connsiteX5" fmla="*/ 337476 w 654573"/>
                <a:gd name="connsiteY5" fmla="*/ 227309 h 421778"/>
                <a:gd name="connsiteX6" fmla="*/ 620108 w 654573"/>
                <a:gd name="connsiteY6" fmla="*/ 426 h 421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54573" h="421778">
                  <a:moveTo>
                    <a:pt x="620108" y="426"/>
                  </a:moveTo>
                  <a:lnTo>
                    <a:pt x="654332" y="149431"/>
                  </a:lnTo>
                  <a:cubicBezTo>
                    <a:pt x="537157" y="257793"/>
                    <a:pt x="482177" y="296097"/>
                    <a:pt x="389271" y="341565"/>
                  </a:cubicBezTo>
                  <a:cubicBezTo>
                    <a:pt x="296355" y="387032"/>
                    <a:pt x="237894" y="397698"/>
                    <a:pt x="96896" y="422204"/>
                  </a:cubicBezTo>
                  <a:lnTo>
                    <a:pt x="-242" y="305271"/>
                  </a:lnTo>
                  <a:cubicBezTo>
                    <a:pt x="171299" y="284849"/>
                    <a:pt x="234075" y="278120"/>
                    <a:pt x="337476" y="227309"/>
                  </a:cubicBezTo>
                  <a:cubicBezTo>
                    <a:pt x="440866" y="176508"/>
                    <a:pt x="488990" y="139643"/>
                    <a:pt x="620108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6D1590BE-3C16-AEA5-CA34-E7873E8B8898}"/>
                </a:ext>
              </a:extLst>
            </p:cNvPr>
            <p:cNvSpPr/>
            <p:nvPr/>
          </p:nvSpPr>
          <p:spPr>
            <a:xfrm>
              <a:off x="9445438" y="4823007"/>
              <a:ext cx="526661" cy="359232"/>
            </a:xfrm>
            <a:custGeom>
              <a:avLst/>
              <a:gdLst>
                <a:gd name="connsiteX0" fmla="*/ 508540 w 526661"/>
                <a:gd name="connsiteY0" fmla="*/ 426 h 359232"/>
                <a:gd name="connsiteX1" fmla="*/ 526419 w 526661"/>
                <a:gd name="connsiteY1" fmla="*/ 152521 h 359232"/>
                <a:gd name="connsiteX2" fmla="*/ 321173 w 526661"/>
                <a:gd name="connsiteY2" fmla="*/ 289272 h 359232"/>
                <a:gd name="connsiteX3" fmla="*/ 111103 w 526661"/>
                <a:gd name="connsiteY3" fmla="*/ 359659 h 359232"/>
                <a:gd name="connsiteX4" fmla="*/ -242 w 526661"/>
                <a:gd name="connsiteY4" fmla="*/ 249328 h 359232"/>
                <a:gd name="connsiteX5" fmla="*/ 267040 w 526661"/>
                <a:gd name="connsiteY5" fmla="*/ 176106 h 359232"/>
                <a:gd name="connsiteX6" fmla="*/ 508540 w 526661"/>
                <a:gd name="connsiteY6" fmla="*/ 426 h 359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6661" h="359232">
                  <a:moveTo>
                    <a:pt x="508540" y="426"/>
                  </a:moveTo>
                  <a:lnTo>
                    <a:pt x="526419" y="152521"/>
                  </a:lnTo>
                  <a:cubicBezTo>
                    <a:pt x="427546" y="237181"/>
                    <a:pt x="390393" y="254756"/>
                    <a:pt x="321173" y="289272"/>
                  </a:cubicBezTo>
                  <a:cubicBezTo>
                    <a:pt x="251954" y="323799"/>
                    <a:pt x="184723" y="342845"/>
                    <a:pt x="111103" y="359659"/>
                  </a:cubicBezTo>
                  <a:lnTo>
                    <a:pt x="-242" y="249328"/>
                  </a:lnTo>
                  <a:cubicBezTo>
                    <a:pt x="116456" y="231837"/>
                    <a:pt x="182248" y="217585"/>
                    <a:pt x="267040" y="176106"/>
                  </a:cubicBezTo>
                  <a:cubicBezTo>
                    <a:pt x="351842" y="134617"/>
                    <a:pt x="399681" y="103202"/>
                    <a:pt x="508540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333A6601-1265-1AC4-1842-6A810D5DC162}"/>
                </a:ext>
              </a:extLst>
            </p:cNvPr>
            <p:cNvSpPr/>
            <p:nvPr/>
          </p:nvSpPr>
          <p:spPr>
            <a:xfrm>
              <a:off x="9659793" y="3423714"/>
              <a:ext cx="277255" cy="671728"/>
            </a:xfrm>
            <a:custGeom>
              <a:avLst/>
              <a:gdLst>
                <a:gd name="connsiteX0" fmla="*/ -242 w 277255"/>
                <a:gd name="connsiteY0" fmla="*/ 11325 h 671728"/>
                <a:gd name="connsiteX1" fmla="*/ 120529 w 277255"/>
                <a:gd name="connsiteY1" fmla="*/ 426 h 671728"/>
                <a:gd name="connsiteX2" fmla="*/ 261327 w 277255"/>
                <a:gd name="connsiteY2" fmla="*/ 299907 h 671728"/>
                <a:gd name="connsiteX3" fmla="*/ 254927 w 277255"/>
                <a:gd name="connsiteY3" fmla="*/ 631152 h 671728"/>
                <a:gd name="connsiteX4" fmla="*/ 141201 w 277255"/>
                <a:gd name="connsiteY4" fmla="*/ 672154 h 671728"/>
                <a:gd name="connsiteX5" fmla="*/ 166961 w 277255"/>
                <a:gd name="connsiteY5" fmla="*/ 321915 h 671728"/>
                <a:gd name="connsiteX6" fmla="*/ -242 w 277255"/>
                <a:gd name="connsiteY6" fmla="*/ 11325 h 671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7255" h="671728">
                  <a:moveTo>
                    <a:pt x="-242" y="11325"/>
                  </a:moveTo>
                  <a:lnTo>
                    <a:pt x="120529" y="426"/>
                  </a:lnTo>
                  <a:cubicBezTo>
                    <a:pt x="205290" y="119158"/>
                    <a:pt x="238921" y="194782"/>
                    <a:pt x="261327" y="299907"/>
                  </a:cubicBezTo>
                  <a:cubicBezTo>
                    <a:pt x="283723" y="405020"/>
                    <a:pt x="282613" y="524229"/>
                    <a:pt x="254927" y="631152"/>
                  </a:cubicBezTo>
                  <a:lnTo>
                    <a:pt x="141201" y="672154"/>
                  </a:lnTo>
                  <a:cubicBezTo>
                    <a:pt x="172039" y="545211"/>
                    <a:pt x="190542" y="432055"/>
                    <a:pt x="166961" y="321915"/>
                  </a:cubicBezTo>
                  <a:cubicBezTo>
                    <a:pt x="143391" y="211775"/>
                    <a:pt x="99763" y="129676"/>
                    <a:pt x="-242" y="11325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CC0E5DE6-B56F-3799-8CCD-5371FA350154}"/>
                </a:ext>
              </a:extLst>
            </p:cNvPr>
            <p:cNvSpPr/>
            <p:nvPr/>
          </p:nvSpPr>
          <p:spPr>
            <a:xfrm>
              <a:off x="9839352" y="3416635"/>
              <a:ext cx="254953" cy="616293"/>
            </a:xfrm>
            <a:custGeom>
              <a:avLst/>
              <a:gdLst>
                <a:gd name="connsiteX0" fmla="*/ -242 w 254953"/>
                <a:gd name="connsiteY0" fmla="*/ 7568 h 616293"/>
                <a:gd name="connsiteX1" fmla="*/ 120022 w 254953"/>
                <a:gd name="connsiteY1" fmla="*/ 426 h 616293"/>
                <a:gd name="connsiteX2" fmla="*/ 241872 w 254953"/>
                <a:gd name="connsiteY2" fmla="*/ 280860 h 616293"/>
                <a:gd name="connsiteX3" fmla="*/ 241523 w 254953"/>
                <a:gd name="connsiteY3" fmla="*/ 568786 h 616293"/>
                <a:gd name="connsiteX4" fmla="*/ 127766 w 254953"/>
                <a:gd name="connsiteY4" fmla="*/ 616719 h 616293"/>
                <a:gd name="connsiteX5" fmla="*/ 143920 w 254953"/>
                <a:gd name="connsiteY5" fmla="*/ 301938 h 616293"/>
                <a:gd name="connsiteX6" fmla="*/ -242 w 254953"/>
                <a:gd name="connsiteY6" fmla="*/ 7568 h 616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4953" h="616293">
                  <a:moveTo>
                    <a:pt x="-242" y="7568"/>
                  </a:moveTo>
                  <a:lnTo>
                    <a:pt x="120022" y="426"/>
                  </a:lnTo>
                  <a:cubicBezTo>
                    <a:pt x="197831" y="129813"/>
                    <a:pt x="221613" y="186137"/>
                    <a:pt x="241872" y="280860"/>
                  </a:cubicBezTo>
                  <a:cubicBezTo>
                    <a:pt x="262121" y="375583"/>
                    <a:pt x="255646" y="496993"/>
                    <a:pt x="241523" y="568786"/>
                  </a:cubicBezTo>
                  <a:lnTo>
                    <a:pt x="127766" y="616719"/>
                  </a:lnTo>
                  <a:cubicBezTo>
                    <a:pt x="148850" y="540386"/>
                    <a:pt x="165258" y="403465"/>
                    <a:pt x="143920" y="301938"/>
                  </a:cubicBezTo>
                  <a:cubicBezTo>
                    <a:pt x="122582" y="200411"/>
                    <a:pt x="97224" y="140818"/>
                    <a:pt x="-242" y="7568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D60B6667-7146-FF35-08BE-8113004556F5}"/>
                </a:ext>
              </a:extLst>
            </p:cNvPr>
            <p:cNvSpPr/>
            <p:nvPr/>
          </p:nvSpPr>
          <p:spPr>
            <a:xfrm>
              <a:off x="10023059" y="3422529"/>
              <a:ext cx="228391" cy="536203"/>
            </a:xfrm>
            <a:custGeom>
              <a:avLst/>
              <a:gdLst>
                <a:gd name="connsiteX0" fmla="*/ -242 w 228391"/>
                <a:gd name="connsiteY0" fmla="*/ 426 h 536203"/>
                <a:gd name="connsiteX1" fmla="*/ 120857 w 228391"/>
                <a:gd name="connsiteY1" fmla="*/ 3389 h 536203"/>
                <a:gd name="connsiteX2" fmla="*/ 216313 w 228391"/>
                <a:gd name="connsiteY2" fmla="*/ 244651 h 536203"/>
                <a:gd name="connsiteX3" fmla="*/ 220830 w 228391"/>
                <a:gd name="connsiteY3" fmla="*/ 484993 h 536203"/>
                <a:gd name="connsiteX4" fmla="*/ 112013 w 228391"/>
                <a:gd name="connsiteY4" fmla="*/ 536630 h 536203"/>
                <a:gd name="connsiteX5" fmla="*/ 118445 w 228391"/>
                <a:gd name="connsiteY5" fmla="*/ 261994 h 536203"/>
                <a:gd name="connsiteX6" fmla="*/ -242 w 228391"/>
                <a:gd name="connsiteY6" fmla="*/ 426 h 53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8391" h="536203">
                  <a:moveTo>
                    <a:pt x="-242" y="426"/>
                  </a:moveTo>
                  <a:lnTo>
                    <a:pt x="120857" y="3389"/>
                  </a:lnTo>
                  <a:cubicBezTo>
                    <a:pt x="181031" y="114640"/>
                    <a:pt x="199651" y="164382"/>
                    <a:pt x="216313" y="244651"/>
                  </a:cubicBezTo>
                  <a:cubicBezTo>
                    <a:pt x="232975" y="324921"/>
                    <a:pt x="229695" y="371901"/>
                    <a:pt x="220830" y="484993"/>
                  </a:cubicBezTo>
                  <a:lnTo>
                    <a:pt x="112013" y="536630"/>
                  </a:lnTo>
                  <a:cubicBezTo>
                    <a:pt x="129998" y="400904"/>
                    <a:pt x="137149" y="351363"/>
                    <a:pt x="118445" y="261994"/>
                  </a:cubicBezTo>
                  <a:cubicBezTo>
                    <a:pt x="99741" y="172625"/>
                    <a:pt x="80889" y="128438"/>
                    <a:pt x="-242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3E733073-3B56-E61B-E27A-685C567D16D9}"/>
                </a:ext>
              </a:extLst>
            </p:cNvPr>
            <p:cNvSpPr/>
            <p:nvPr/>
          </p:nvSpPr>
          <p:spPr>
            <a:xfrm>
              <a:off x="10211611" y="3433650"/>
              <a:ext cx="198241" cy="439554"/>
            </a:xfrm>
            <a:custGeom>
              <a:avLst/>
              <a:gdLst>
                <a:gd name="connsiteX0" fmla="*/ -242 w 198241"/>
                <a:gd name="connsiteY0" fmla="*/ 426 h 439554"/>
                <a:gd name="connsiteX1" fmla="*/ 120011 w 198241"/>
                <a:gd name="connsiteY1" fmla="*/ 16552 h 439554"/>
                <a:gd name="connsiteX2" fmla="*/ 184702 w 198241"/>
                <a:gd name="connsiteY2" fmla="*/ 201004 h 439554"/>
                <a:gd name="connsiteX3" fmla="*/ 197493 w 198241"/>
                <a:gd name="connsiteY3" fmla="*/ 376134 h 439554"/>
                <a:gd name="connsiteX4" fmla="*/ 90950 w 198241"/>
                <a:gd name="connsiteY4" fmla="*/ 439981 h 439554"/>
                <a:gd name="connsiteX5" fmla="*/ 87205 w 198241"/>
                <a:gd name="connsiteY5" fmla="*/ 220357 h 439554"/>
                <a:gd name="connsiteX6" fmla="*/ -242 w 198241"/>
                <a:gd name="connsiteY6" fmla="*/ 426 h 439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8241" h="439554">
                  <a:moveTo>
                    <a:pt x="-242" y="426"/>
                  </a:moveTo>
                  <a:lnTo>
                    <a:pt x="120011" y="16552"/>
                  </a:lnTo>
                  <a:cubicBezTo>
                    <a:pt x="165586" y="109095"/>
                    <a:pt x="171785" y="141072"/>
                    <a:pt x="184702" y="201004"/>
                  </a:cubicBezTo>
                  <a:cubicBezTo>
                    <a:pt x="197620" y="260936"/>
                    <a:pt x="199048" y="316297"/>
                    <a:pt x="197493" y="376134"/>
                  </a:cubicBezTo>
                  <a:lnTo>
                    <a:pt x="90950" y="439981"/>
                  </a:lnTo>
                  <a:cubicBezTo>
                    <a:pt x="100429" y="346940"/>
                    <a:pt x="102407" y="293611"/>
                    <a:pt x="87205" y="220357"/>
                  </a:cubicBezTo>
                  <a:cubicBezTo>
                    <a:pt x="72003" y="147103"/>
                    <a:pt x="57277" y="104196"/>
                    <a:pt x="-242" y="42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1BCBDD8D-3501-DD55-0D07-67B42A296153}"/>
                </a:ext>
              </a:extLst>
            </p:cNvPr>
            <p:cNvSpPr/>
            <p:nvPr/>
          </p:nvSpPr>
          <p:spPr>
            <a:xfrm>
              <a:off x="9081971" y="3231351"/>
              <a:ext cx="538869" cy="174396"/>
            </a:xfrm>
            <a:custGeom>
              <a:avLst/>
              <a:gdLst>
                <a:gd name="connsiteX0" fmla="*/ -242 w 538869"/>
                <a:gd name="connsiteY0" fmla="*/ 140676 h 174396"/>
                <a:gd name="connsiteX1" fmla="*/ 17510 w 538869"/>
                <a:gd name="connsiteY1" fmla="*/ 45392 h 174396"/>
                <a:gd name="connsiteX2" fmla="*/ 278317 w 538869"/>
                <a:gd name="connsiteY2" fmla="*/ 1861 h 174396"/>
                <a:gd name="connsiteX3" fmla="*/ 531709 w 538869"/>
                <a:gd name="connsiteY3" fmla="*/ 78448 h 174396"/>
                <a:gd name="connsiteX4" fmla="*/ 538627 w 538869"/>
                <a:gd name="connsiteY4" fmla="*/ 174822 h 174396"/>
                <a:gd name="connsiteX5" fmla="*/ 274826 w 538869"/>
                <a:gd name="connsiteY5" fmla="*/ 79221 h 174396"/>
                <a:gd name="connsiteX6" fmla="*/ -242 w 538869"/>
                <a:gd name="connsiteY6" fmla="*/ 140676 h 174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869" h="174396">
                  <a:moveTo>
                    <a:pt x="-242" y="140676"/>
                  </a:moveTo>
                  <a:lnTo>
                    <a:pt x="17510" y="45392"/>
                  </a:lnTo>
                  <a:cubicBezTo>
                    <a:pt x="127173" y="5861"/>
                    <a:pt x="192616" y="-3652"/>
                    <a:pt x="278317" y="1861"/>
                  </a:cubicBezTo>
                  <a:cubicBezTo>
                    <a:pt x="364008" y="7364"/>
                    <a:pt x="455454" y="34018"/>
                    <a:pt x="531709" y="78448"/>
                  </a:cubicBezTo>
                  <a:lnTo>
                    <a:pt x="538627" y="174822"/>
                  </a:lnTo>
                  <a:cubicBezTo>
                    <a:pt x="447668" y="123641"/>
                    <a:pt x="364643" y="84913"/>
                    <a:pt x="274826" y="79221"/>
                  </a:cubicBezTo>
                  <a:cubicBezTo>
                    <a:pt x="185020" y="73528"/>
                    <a:pt x="112426" y="89336"/>
                    <a:pt x="-242" y="14067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F8DEC27C-6914-88A7-1849-AC29B7BCABCF}"/>
                </a:ext>
              </a:extLst>
            </p:cNvPr>
            <p:cNvSpPr/>
            <p:nvPr/>
          </p:nvSpPr>
          <p:spPr>
            <a:xfrm>
              <a:off x="9112492" y="3102433"/>
              <a:ext cx="496214" cy="161969"/>
            </a:xfrm>
            <a:custGeom>
              <a:avLst/>
              <a:gdLst>
                <a:gd name="connsiteX0" fmla="*/ -242 w 496214"/>
                <a:gd name="connsiteY0" fmla="*/ 129086 h 161969"/>
                <a:gd name="connsiteX1" fmla="*/ 20292 w 496214"/>
                <a:gd name="connsiteY1" fmla="*/ 35008 h 161969"/>
                <a:gd name="connsiteX2" fmla="*/ 262343 w 496214"/>
                <a:gd name="connsiteY2" fmla="*/ 1931 h 161969"/>
                <a:gd name="connsiteX3" fmla="*/ 483722 w 496214"/>
                <a:gd name="connsiteY3" fmla="*/ 64498 h 161969"/>
                <a:gd name="connsiteX4" fmla="*/ 495972 w 496214"/>
                <a:gd name="connsiteY4" fmla="*/ 162396 h 161969"/>
                <a:gd name="connsiteX5" fmla="*/ 257360 w 496214"/>
                <a:gd name="connsiteY5" fmla="*/ 81862 h 161969"/>
                <a:gd name="connsiteX6" fmla="*/ -242 w 496214"/>
                <a:gd name="connsiteY6" fmla="*/ 129086 h 161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6214" h="161969">
                  <a:moveTo>
                    <a:pt x="-242" y="129086"/>
                  </a:moveTo>
                  <a:lnTo>
                    <a:pt x="20292" y="35008"/>
                  </a:lnTo>
                  <a:cubicBezTo>
                    <a:pt x="136641" y="3137"/>
                    <a:pt x="185105" y="-2978"/>
                    <a:pt x="262343" y="1931"/>
                  </a:cubicBezTo>
                  <a:cubicBezTo>
                    <a:pt x="339581" y="6852"/>
                    <a:pt x="431556" y="38098"/>
                    <a:pt x="483722" y="64498"/>
                  </a:cubicBezTo>
                  <a:lnTo>
                    <a:pt x="495972" y="162396"/>
                  </a:lnTo>
                  <a:cubicBezTo>
                    <a:pt x="441828" y="129657"/>
                    <a:pt x="340057" y="87406"/>
                    <a:pt x="257360" y="81862"/>
                  </a:cubicBezTo>
                  <a:cubicBezTo>
                    <a:pt x="174652" y="76307"/>
                    <a:pt x="123343" y="82931"/>
                    <a:pt x="-242" y="12908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8157E315-702A-D54B-C411-2419D3043B08}"/>
                </a:ext>
              </a:extLst>
            </p:cNvPr>
            <p:cNvSpPr/>
            <p:nvPr/>
          </p:nvSpPr>
          <p:spPr>
            <a:xfrm>
              <a:off x="9151285" y="2973966"/>
              <a:ext cx="436696" cy="145156"/>
            </a:xfrm>
            <a:custGeom>
              <a:avLst/>
              <a:gdLst>
                <a:gd name="connsiteX0" fmla="*/ -242 w 436696"/>
                <a:gd name="connsiteY0" fmla="*/ 115934 h 145156"/>
                <a:gd name="connsiteX1" fmla="*/ 28237 w 436696"/>
                <a:gd name="connsiteY1" fmla="*/ 23401 h 145156"/>
                <a:gd name="connsiteX2" fmla="*/ 234456 w 436696"/>
                <a:gd name="connsiteY2" fmla="*/ 2154 h 145156"/>
                <a:gd name="connsiteX3" fmla="*/ 420279 w 436696"/>
                <a:gd name="connsiteY3" fmla="*/ 50679 h 145156"/>
                <a:gd name="connsiteX4" fmla="*/ 436454 w 436696"/>
                <a:gd name="connsiteY4" fmla="*/ 145582 h 145156"/>
                <a:gd name="connsiteX5" fmla="*/ 226617 w 436696"/>
                <a:gd name="connsiteY5" fmla="*/ 81206 h 145156"/>
                <a:gd name="connsiteX6" fmla="*/ -242 w 436696"/>
                <a:gd name="connsiteY6" fmla="*/ 115934 h 14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6696" h="145156">
                  <a:moveTo>
                    <a:pt x="-242" y="115934"/>
                  </a:moveTo>
                  <a:lnTo>
                    <a:pt x="28237" y="23401"/>
                  </a:lnTo>
                  <a:cubicBezTo>
                    <a:pt x="126824" y="1170"/>
                    <a:pt x="169109" y="-2396"/>
                    <a:pt x="234456" y="2154"/>
                  </a:cubicBezTo>
                  <a:cubicBezTo>
                    <a:pt x="299793" y="6704"/>
                    <a:pt x="335222" y="19391"/>
                    <a:pt x="420279" y="50679"/>
                  </a:cubicBezTo>
                  <a:lnTo>
                    <a:pt x="436454" y="145582"/>
                  </a:lnTo>
                  <a:cubicBezTo>
                    <a:pt x="335952" y="102379"/>
                    <a:pt x="299401" y="86158"/>
                    <a:pt x="226617" y="81206"/>
                  </a:cubicBezTo>
                  <a:cubicBezTo>
                    <a:pt x="153832" y="76265"/>
                    <a:pt x="115769" y="81206"/>
                    <a:pt x="-242" y="115934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ACE0218D-9DF4-9BC0-AB81-8FA427C10791}"/>
                </a:ext>
              </a:extLst>
            </p:cNvPr>
            <p:cNvSpPr/>
            <p:nvPr/>
          </p:nvSpPr>
          <p:spPr>
            <a:xfrm>
              <a:off x="9200637" y="2845727"/>
              <a:ext cx="357807" cy="126020"/>
            </a:xfrm>
            <a:custGeom>
              <a:avLst/>
              <a:gdLst>
                <a:gd name="connsiteX0" fmla="*/ -242 w 357807"/>
                <a:gd name="connsiteY0" fmla="*/ 101506 h 126020"/>
                <a:gd name="connsiteX1" fmla="*/ 38182 w 357807"/>
                <a:gd name="connsiteY1" fmla="*/ 12465 h 126020"/>
                <a:gd name="connsiteX2" fmla="*/ 194044 w 357807"/>
                <a:gd name="connsiteY2" fmla="*/ 2604 h 126020"/>
                <a:gd name="connsiteX3" fmla="*/ 331509 w 357807"/>
                <a:gd name="connsiteY3" fmla="*/ 30654 h 126020"/>
                <a:gd name="connsiteX4" fmla="*/ 357566 w 357807"/>
                <a:gd name="connsiteY4" fmla="*/ 126446 h 126020"/>
                <a:gd name="connsiteX5" fmla="*/ 187834 w 357807"/>
                <a:gd name="connsiteY5" fmla="*/ 81804 h 126020"/>
                <a:gd name="connsiteX6" fmla="*/ -242 w 357807"/>
                <a:gd name="connsiteY6" fmla="*/ 101506 h 12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07" h="126020">
                  <a:moveTo>
                    <a:pt x="-242" y="101506"/>
                  </a:moveTo>
                  <a:lnTo>
                    <a:pt x="38182" y="12465"/>
                  </a:lnTo>
                  <a:cubicBezTo>
                    <a:pt x="119218" y="-2581"/>
                    <a:pt x="145158" y="-423"/>
                    <a:pt x="194044" y="2604"/>
                  </a:cubicBezTo>
                  <a:cubicBezTo>
                    <a:pt x="242930" y="5630"/>
                    <a:pt x="285818" y="16518"/>
                    <a:pt x="331509" y="30654"/>
                  </a:cubicBezTo>
                  <a:lnTo>
                    <a:pt x="357566" y="126446"/>
                  </a:lnTo>
                  <a:cubicBezTo>
                    <a:pt x="288050" y="99020"/>
                    <a:pt x="247469" y="85962"/>
                    <a:pt x="187834" y="81804"/>
                  </a:cubicBezTo>
                  <a:cubicBezTo>
                    <a:pt x="128199" y="77646"/>
                    <a:pt x="92019" y="79698"/>
                    <a:pt x="-242" y="10150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CE5C5CBC-A3DC-268B-CAD2-F0780A55EFD6}"/>
                </a:ext>
              </a:extLst>
            </p:cNvPr>
            <p:cNvSpPr/>
            <p:nvPr/>
          </p:nvSpPr>
          <p:spPr>
            <a:xfrm>
              <a:off x="8884880" y="3390489"/>
              <a:ext cx="175392" cy="431565"/>
            </a:xfrm>
            <a:custGeom>
              <a:avLst/>
              <a:gdLst>
                <a:gd name="connsiteX0" fmla="*/ 93448 w 175392"/>
                <a:gd name="connsiteY0" fmla="*/ 431992 h 431565"/>
                <a:gd name="connsiteX1" fmla="*/ 17617 w 175392"/>
                <a:gd name="connsiteY1" fmla="*/ 408131 h 431565"/>
                <a:gd name="connsiteX2" fmla="*/ 8233 w 175392"/>
                <a:gd name="connsiteY2" fmla="*/ 195216 h 431565"/>
                <a:gd name="connsiteX3" fmla="*/ 95966 w 175392"/>
                <a:gd name="connsiteY3" fmla="*/ 426 h 431565"/>
                <a:gd name="connsiteX4" fmla="*/ 175151 w 175392"/>
                <a:gd name="connsiteY4" fmla="*/ 4680 h 431565"/>
                <a:gd name="connsiteX5" fmla="*/ 70904 w 175392"/>
                <a:gd name="connsiteY5" fmla="*/ 205861 h 431565"/>
                <a:gd name="connsiteX6" fmla="*/ 93448 w 175392"/>
                <a:gd name="connsiteY6" fmla="*/ 431992 h 431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392" h="431565">
                  <a:moveTo>
                    <a:pt x="93448" y="431992"/>
                  </a:moveTo>
                  <a:lnTo>
                    <a:pt x="17617" y="408131"/>
                  </a:lnTo>
                  <a:cubicBezTo>
                    <a:pt x="-3616" y="316445"/>
                    <a:pt x="-4822" y="263169"/>
                    <a:pt x="8233" y="195216"/>
                  </a:cubicBezTo>
                  <a:cubicBezTo>
                    <a:pt x="21298" y="127263"/>
                    <a:pt x="52147" y="56866"/>
                    <a:pt x="95966" y="426"/>
                  </a:cubicBezTo>
                  <a:lnTo>
                    <a:pt x="175151" y="4680"/>
                  </a:lnTo>
                  <a:cubicBezTo>
                    <a:pt x="124371" y="72198"/>
                    <a:pt x="84519" y="134638"/>
                    <a:pt x="70904" y="205861"/>
                  </a:cubicBezTo>
                  <a:cubicBezTo>
                    <a:pt x="57289" y="277083"/>
                    <a:pt x="62896" y="336719"/>
                    <a:pt x="93448" y="431992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F7E3D00E-6A58-4810-8148-C4D5914CD798}"/>
                </a:ext>
              </a:extLst>
            </p:cNvPr>
            <p:cNvSpPr/>
            <p:nvPr/>
          </p:nvSpPr>
          <p:spPr>
            <a:xfrm>
              <a:off x="8781461" y="3389769"/>
              <a:ext cx="162494" cy="393452"/>
            </a:xfrm>
            <a:custGeom>
              <a:avLst/>
              <a:gdLst>
                <a:gd name="connsiteX0" fmla="*/ 85501 w 162494"/>
                <a:gd name="connsiteY0" fmla="*/ 393878 h 393452"/>
                <a:gd name="connsiteX1" fmla="*/ 10929 w 162494"/>
                <a:gd name="connsiteY1" fmla="*/ 367912 h 393452"/>
                <a:gd name="connsiteX2" fmla="*/ 8189 w 162494"/>
                <a:gd name="connsiteY2" fmla="*/ 171048 h 393452"/>
                <a:gd name="connsiteX3" fmla="*/ 81291 w 162494"/>
                <a:gd name="connsiteY3" fmla="*/ 426 h 393452"/>
                <a:gd name="connsiteX4" fmla="*/ 162253 w 162494"/>
                <a:gd name="connsiteY4" fmla="*/ 574 h 393452"/>
                <a:gd name="connsiteX5" fmla="*/ 72796 w 162494"/>
                <a:gd name="connsiteY5" fmla="*/ 183153 h 393452"/>
                <a:gd name="connsiteX6" fmla="*/ 85501 w 162494"/>
                <a:gd name="connsiteY6" fmla="*/ 393878 h 39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494" h="393452">
                  <a:moveTo>
                    <a:pt x="85501" y="393878"/>
                  </a:moveTo>
                  <a:lnTo>
                    <a:pt x="10929" y="367912"/>
                  </a:lnTo>
                  <a:cubicBezTo>
                    <a:pt x="-3406" y="271655"/>
                    <a:pt x="-3533" y="232292"/>
                    <a:pt x="8189" y="171048"/>
                  </a:cubicBezTo>
                  <a:cubicBezTo>
                    <a:pt x="19921" y="109804"/>
                    <a:pt x="54578" y="39439"/>
                    <a:pt x="81291" y="426"/>
                  </a:cubicBezTo>
                  <a:lnTo>
                    <a:pt x="162253" y="574"/>
                  </a:lnTo>
                  <a:cubicBezTo>
                    <a:pt x="130177" y="40529"/>
                    <a:pt x="85586" y="117603"/>
                    <a:pt x="72796" y="183153"/>
                  </a:cubicBezTo>
                  <a:cubicBezTo>
                    <a:pt x="59995" y="248704"/>
                    <a:pt x="60259" y="290394"/>
                    <a:pt x="85501" y="393878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BB9251EB-38F6-EFBC-6FFB-BE2C6777250B}"/>
                </a:ext>
              </a:extLst>
            </p:cNvPr>
            <p:cNvSpPr/>
            <p:nvPr/>
          </p:nvSpPr>
          <p:spPr>
            <a:xfrm>
              <a:off x="8677848" y="3391558"/>
              <a:ext cx="145727" cy="346101"/>
            </a:xfrm>
            <a:custGeom>
              <a:avLst/>
              <a:gdLst>
                <a:gd name="connsiteX0" fmla="*/ 77662 w 145727"/>
                <a:gd name="connsiteY0" fmla="*/ 346527 h 346101"/>
                <a:gd name="connsiteX1" fmla="*/ 5142 w 145727"/>
                <a:gd name="connsiteY1" fmla="*/ 314361 h 346101"/>
                <a:gd name="connsiteX2" fmla="*/ 8454 w 145727"/>
                <a:gd name="connsiteY2" fmla="*/ 147346 h 346101"/>
                <a:gd name="connsiteX3" fmla="*/ 66565 w 145727"/>
                <a:gd name="connsiteY3" fmla="*/ 3717 h 346101"/>
                <a:gd name="connsiteX4" fmla="*/ 145485 w 145727"/>
                <a:gd name="connsiteY4" fmla="*/ 426 h 346101"/>
                <a:gd name="connsiteX5" fmla="*/ 72066 w 145727"/>
                <a:gd name="connsiteY5" fmla="*/ 161631 h 346101"/>
                <a:gd name="connsiteX6" fmla="*/ 77662 w 145727"/>
                <a:gd name="connsiteY6" fmla="*/ 346527 h 346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727" h="346101">
                  <a:moveTo>
                    <a:pt x="77662" y="346527"/>
                  </a:moveTo>
                  <a:lnTo>
                    <a:pt x="5142" y="314361"/>
                  </a:lnTo>
                  <a:cubicBezTo>
                    <a:pt x="-3109" y="233287"/>
                    <a:pt x="-1777" y="199120"/>
                    <a:pt x="8454" y="147346"/>
                  </a:cubicBezTo>
                  <a:cubicBezTo>
                    <a:pt x="18694" y="95572"/>
                    <a:pt x="32574" y="68537"/>
                    <a:pt x="66565" y="3717"/>
                  </a:cubicBezTo>
                  <a:lnTo>
                    <a:pt x="145485" y="426"/>
                  </a:lnTo>
                  <a:cubicBezTo>
                    <a:pt x="100238" y="76378"/>
                    <a:pt x="83375" y="103953"/>
                    <a:pt x="72066" y="161631"/>
                  </a:cubicBezTo>
                  <a:cubicBezTo>
                    <a:pt x="60757" y="219320"/>
                    <a:pt x="60979" y="250249"/>
                    <a:pt x="77662" y="346527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E9C79102-C26B-66E1-C5BB-81ADAD5FDCC4}"/>
                </a:ext>
              </a:extLst>
            </p:cNvPr>
            <p:cNvSpPr/>
            <p:nvPr/>
          </p:nvSpPr>
          <p:spPr>
            <a:xfrm>
              <a:off x="8574211" y="3400033"/>
              <a:ext cx="126381" cy="283502"/>
            </a:xfrm>
            <a:custGeom>
              <a:avLst/>
              <a:gdLst>
                <a:gd name="connsiteX0" fmla="*/ 70049 w 126381"/>
                <a:gd name="connsiteY0" fmla="*/ 283929 h 283502"/>
                <a:gd name="connsiteX1" fmla="*/ 1369 w 126381"/>
                <a:gd name="connsiteY1" fmla="*/ 244175 h 283502"/>
                <a:gd name="connsiteX2" fmla="*/ 8923 w 126381"/>
                <a:gd name="connsiteY2" fmla="*/ 118565 h 283502"/>
                <a:gd name="connsiteX3" fmla="*/ 45516 w 126381"/>
                <a:gd name="connsiteY3" fmla="*/ 11526 h 283502"/>
                <a:gd name="connsiteX4" fmla="*/ 126139 w 126381"/>
                <a:gd name="connsiteY4" fmla="*/ 426 h 283502"/>
                <a:gd name="connsiteX5" fmla="*/ 72810 w 126381"/>
                <a:gd name="connsiteY5" fmla="*/ 131580 h 283502"/>
                <a:gd name="connsiteX6" fmla="*/ 70049 w 126381"/>
                <a:gd name="connsiteY6" fmla="*/ 283929 h 28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381" h="283502">
                  <a:moveTo>
                    <a:pt x="70049" y="283929"/>
                  </a:moveTo>
                  <a:lnTo>
                    <a:pt x="1369" y="244175"/>
                  </a:lnTo>
                  <a:cubicBezTo>
                    <a:pt x="-2778" y="177863"/>
                    <a:pt x="1560" y="157346"/>
                    <a:pt x="8923" y="118565"/>
                  </a:cubicBezTo>
                  <a:cubicBezTo>
                    <a:pt x="16275" y="79796"/>
                    <a:pt x="29436" y="46613"/>
                    <a:pt x="45516" y="11526"/>
                  </a:cubicBezTo>
                  <a:lnTo>
                    <a:pt x="126139" y="426"/>
                  </a:lnTo>
                  <a:cubicBezTo>
                    <a:pt x="96856" y="53205"/>
                    <a:pt x="82162" y="84325"/>
                    <a:pt x="72810" y="131580"/>
                  </a:cubicBezTo>
                  <a:cubicBezTo>
                    <a:pt x="63458" y="178825"/>
                    <a:pt x="61511" y="207956"/>
                    <a:pt x="70049" y="283929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2417FF36-339D-4453-A9EB-85559A762CA2}"/>
                </a:ext>
              </a:extLst>
            </p:cNvPr>
            <p:cNvSpPr/>
            <p:nvPr/>
          </p:nvSpPr>
          <p:spPr>
            <a:xfrm>
              <a:off x="8955360" y="3832054"/>
              <a:ext cx="311396" cy="245484"/>
            </a:xfrm>
            <a:custGeom>
              <a:avLst/>
              <a:gdLst>
                <a:gd name="connsiteX0" fmla="*/ 311155 w 311396"/>
                <a:gd name="connsiteY0" fmla="*/ 196337 h 245484"/>
                <a:gd name="connsiteX1" fmla="*/ 268405 w 311396"/>
                <a:gd name="connsiteY1" fmla="*/ 245910 h 245484"/>
                <a:gd name="connsiteX2" fmla="*/ 111209 w 311396"/>
                <a:gd name="connsiteY2" fmla="*/ 185989 h 245484"/>
                <a:gd name="connsiteX3" fmla="*/ -242 w 311396"/>
                <a:gd name="connsiteY3" fmla="*/ 58686 h 245484"/>
                <a:gd name="connsiteX4" fmla="*/ 29443 w 311396"/>
                <a:gd name="connsiteY4" fmla="*/ 426 h 245484"/>
                <a:gd name="connsiteX5" fmla="*/ 139963 w 311396"/>
                <a:gd name="connsiteY5" fmla="*/ 142172 h 245484"/>
                <a:gd name="connsiteX6" fmla="*/ 311155 w 311396"/>
                <a:gd name="connsiteY6" fmla="*/ 196337 h 245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396" h="245484">
                  <a:moveTo>
                    <a:pt x="311155" y="196337"/>
                  </a:moveTo>
                  <a:lnTo>
                    <a:pt x="268405" y="245910"/>
                  </a:lnTo>
                  <a:cubicBezTo>
                    <a:pt x="194933" y="233044"/>
                    <a:pt x="155980" y="217193"/>
                    <a:pt x="111209" y="185989"/>
                  </a:cubicBezTo>
                  <a:cubicBezTo>
                    <a:pt x="66438" y="154785"/>
                    <a:pt x="25867" y="109423"/>
                    <a:pt x="-242" y="58686"/>
                  </a:cubicBezTo>
                  <a:lnTo>
                    <a:pt x="29443" y="426"/>
                  </a:lnTo>
                  <a:cubicBezTo>
                    <a:pt x="61233" y="59892"/>
                    <a:pt x="93013" y="109518"/>
                    <a:pt x="139963" y="142172"/>
                  </a:cubicBezTo>
                  <a:cubicBezTo>
                    <a:pt x="186914" y="174826"/>
                    <a:pt x="231949" y="189354"/>
                    <a:pt x="311155" y="196337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9AA3EDB3-D004-3885-EF20-14914E4088D0}"/>
                </a:ext>
              </a:extLst>
            </p:cNvPr>
            <p:cNvSpPr/>
            <p:nvPr/>
          </p:nvSpPr>
          <p:spPr>
            <a:xfrm>
              <a:off x="8914884" y="3917910"/>
              <a:ext cx="286070" cy="229443"/>
            </a:xfrm>
            <a:custGeom>
              <a:avLst/>
              <a:gdLst>
                <a:gd name="connsiteX0" fmla="*/ 285829 w 286070"/>
                <a:gd name="connsiteY0" fmla="*/ 181915 h 229443"/>
                <a:gd name="connsiteX1" fmla="*/ 241978 w 286070"/>
                <a:gd name="connsiteY1" fmla="*/ 229869 h 229443"/>
                <a:gd name="connsiteX2" fmla="*/ 98631 w 286070"/>
                <a:gd name="connsiteY2" fmla="*/ 170001 h 229443"/>
                <a:gd name="connsiteX3" fmla="*/ -242 w 286070"/>
                <a:gd name="connsiteY3" fmla="*/ 61321 h 229443"/>
                <a:gd name="connsiteX4" fmla="*/ 27063 w 286070"/>
                <a:gd name="connsiteY4" fmla="*/ 426 h 229443"/>
                <a:gd name="connsiteX5" fmla="*/ 129099 w 286070"/>
                <a:gd name="connsiteY5" fmla="*/ 125189 h 229443"/>
                <a:gd name="connsiteX6" fmla="*/ 285829 w 286070"/>
                <a:gd name="connsiteY6" fmla="*/ 181915 h 22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6070" h="229443">
                  <a:moveTo>
                    <a:pt x="285829" y="181915"/>
                  </a:moveTo>
                  <a:lnTo>
                    <a:pt x="241978" y="229869"/>
                  </a:lnTo>
                  <a:cubicBezTo>
                    <a:pt x="167533" y="210379"/>
                    <a:pt x="139001" y="198094"/>
                    <a:pt x="98631" y="170001"/>
                  </a:cubicBezTo>
                  <a:cubicBezTo>
                    <a:pt x="58261" y="141908"/>
                    <a:pt x="19002" y="93699"/>
                    <a:pt x="-242" y="61321"/>
                  </a:cubicBezTo>
                  <a:lnTo>
                    <a:pt x="27063" y="426"/>
                  </a:lnTo>
                  <a:cubicBezTo>
                    <a:pt x="45195" y="37143"/>
                    <a:pt x="85967" y="94948"/>
                    <a:pt x="129099" y="125189"/>
                  </a:cubicBezTo>
                  <a:cubicBezTo>
                    <a:pt x="172219" y="155441"/>
                    <a:pt x="202475" y="168361"/>
                    <a:pt x="285829" y="181915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12826D2E-67BC-5902-FF45-A392B33C1223}"/>
                </a:ext>
              </a:extLst>
            </p:cNvPr>
            <p:cNvSpPr/>
            <p:nvPr/>
          </p:nvSpPr>
          <p:spPr>
            <a:xfrm>
              <a:off x="8878502" y="4008866"/>
              <a:ext cx="251751" cy="204376"/>
            </a:xfrm>
            <a:custGeom>
              <a:avLst/>
              <a:gdLst>
                <a:gd name="connsiteX0" fmla="*/ 251510 w 251751"/>
                <a:gd name="connsiteY0" fmla="*/ 160340 h 204376"/>
                <a:gd name="connsiteX1" fmla="*/ 203861 w 251751"/>
                <a:gd name="connsiteY1" fmla="*/ 204802 h 204376"/>
                <a:gd name="connsiteX2" fmla="*/ 84148 w 251751"/>
                <a:gd name="connsiteY2" fmla="*/ 149769 h 204376"/>
                <a:gd name="connsiteX3" fmla="*/ -242 w 251751"/>
                <a:gd name="connsiteY3" fmla="*/ 60855 h 204376"/>
                <a:gd name="connsiteX4" fmla="*/ 23900 w 251751"/>
                <a:gd name="connsiteY4" fmla="*/ 426 h 204376"/>
                <a:gd name="connsiteX5" fmla="*/ 115864 w 251751"/>
                <a:gd name="connsiteY5" fmla="*/ 106386 h 204376"/>
                <a:gd name="connsiteX6" fmla="*/ 251510 w 251751"/>
                <a:gd name="connsiteY6" fmla="*/ 160340 h 20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1751" h="204376">
                  <a:moveTo>
                    <a:pt x="251510" y="160340"/>
                  </a:moveTo>
                  <a:lnTo>
                    <a:pt x="203861" y="204802"/>
                  </a:lnTo>
                  <a:cubicBezTo>
                    <a:pt x="142439" y="185502"/>
                    <a:pt x="118170" y="173757"/>
                    <a:pt x="84148" y="149769"/>
                  </a:cubicBezTo>
                  <a:cubicBezTo>
                    <a:pt x="50125" y="125771"/>
                    <a:pt x="35230" y="106820"/>
                    <a:pt x="-242" y="60855"/>
                  </a:cubicBezTo>
                  <a:lnTo>
                    <a:pt x="23900" y="426"/>
                  </a:lnTo>
                  <a:cubicBezTo>
                    <a:pt x="63645" y="58369"/>
                    <a:pt x="77927" y="79743"/>
                    <a:pt x="115864" y="106386"/>
                  </a:cubicBezTo>
                  <a:cubicBezTo>
                    <a:pt x="153790" y="133041"/>
                    <a:pt x="176250" y="142606"/>
                    <a:pt x="251510" y="160340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7B69A5AA-F3BD-E0D4-D362-DD3BAAED2958}"/>
                </a:ext>
              </a:extLst>
            </p:cNvPr>
            <p:cNvSpPr/>
            <p:nvPr/>
          </p:nvSpPr>
          <p:spPr>
            <a:xfrm>
              <a:off x="8848098" y="4103918"/>
              <a:ext cx="205330" cy="170579"/>
            </a:xfrm>
            <a:custGeom>
              <a:avLst/>
              <a:gdLst>
                <a:gd name="connsiteX0" fmla="*/ 205089 w 205330"/>
                <a:gd name="connsiteY0" fmla="*/ 131824 h 170579"/>
                <a:gd name="connsiteX1" fmla="*/ 153240 w 205330"/>
                <a:gd name="connsiteY1" fmla="*/ 171006 h 170579"/>
                <a:gd name="connsiteX2" fmla="*/ 64904 w 205330"/>
                <a:gd name="connsiteY2" fmla="*/ 125814 h 170579"/>
                <a:gd name="connsiteX3" fmla="*/ -242 w 205330"/>
                <a:gd name="connsiteY3" fmla="*/ 64601 h 170579"/>
                <a:gd name="connsiteX4" fmla="*/ 18822 w 205330"/>
                <a:gd name="connsiteY4" fmla="*/ 426 h 170579"/>
                <a:gd name="connsiteX5" fmla="*/ 95785 w 205330"/>
                <a:gd name="connsiteY5" fmla="*/ 81817 h 170579"/>
                <a:gd name="connsiteX6" fmla="*/ 205089 w 205330"/>
                <a:gd name="connsiteY6" fmla="*/ 131824 h 170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5330" h="170579">
                  <a:moveTo>
                    <a:pt x="205089" y="131824"/>
                  </a:moveTo>
                  <a:lnTo>
                    <a:pt x="153240" y="171006"/>
                  </a:lnTo>
                  <a:cubicBezTo>
                    <a:pt x="103867" y="153272"/>
                    <a:pt x="90485" y="143548"/>
                    <a:pt x="64904" y="125814"/>
                  </a:cubicBezTo>
                  <a:cubicBezTo>
                    <a:pt x="39324" y="108079"/>
                    <a:pt x="19742" y="87742"/>
                    <a:pt x="-242" y="64601"/>
                  </a:cubicBezTo>
                  <a:lnTo>
                    <a:pt x="18822" y="426"/>
                  </a:lnTo>
                  <a:cubicBezTo>
                    <a:pt x="47174" y="39069"/>
                    <a:pt x="64746" y="59924"/>
                    <a:pt x="95785" y="81817"/>
                  </a:cubicBezTo>
                  <a:cubicBezTo>
                    <a:pt x="126835" y="103720"/>
                    <a:pt x="147252" y="114354"/>
                    <a:pt x="205089" y="131824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AFBAF056-C6A2-A3E5-F430-717906035DE5}"/>
                </a:ext>
              </a:extLst>
            </p:cNvPr>
            <p:cNvSpPr/>
            <p:nvPr/>
          </p:nvSpPr>
          <p:spPr>
            <a:xfrm>
              <a:off x="8090317" y="2481320"/>
              <a:ext cx="913918" cy="1201813"/>
            </a:xfrm>
            <a:custGeom>
              <a:avLst/>
              <a:gdLst>
                <a:gd name="connsiteX0" fmla="*/ 179463 w 913918"/>
                <a:gd name="connsiteY0" fmla="*/ 1202240 h 1201813"/>
                <a:gd name="connsiteX1" fmla="*/ -242 w 913918"/>
                <a:gd name="connsiteY1" fmla="*/ 1047637 h 1201813"/>
                <a:gd name="connsiteX2" fmla="*/ 228095 w 913918"/>
                <a:gd name="connsiteY2" fmla="*/ 442402 h 1201813"/>
                <a:gd name="connsiteX3" fmla="*/ 701363 w 913918"/>
                <a:gd name="connsiteY3" fmla="*/ 426 h 1201813"/>
                <a:gd name="connsiteX4" fmla="*/ 913676 w 913918"/>
                <a:gd name="connsiteY4" fmla="*/ 104173 h 1201813"/>
                <a:gd name="connsiteX5" fmla="*/ 387427 w 913918"/>
                <a:gd name="connsiteY5" fmla="*/ 544817 h 1201813"/>
                <a:gd name="connsiteX6" fmla="*/ 179463 w 913918"/>
                <a:gd name="connsiteY6" fmla="*/ 1202240 h 1201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3918" h="1201813">
                  <a:moveTo>
                    <a:pt x="179463" y="1202240"/>
                  </a:moveTo>
                  <a:lnTo>
                    <a:pt x="-242" y="1047637"/>
                  </a:lnTo>
                  <a:cubicBezTo>
                    <a:pt x="50894" y="767055"/>
                    <a:pt x="111153" y="616929"/>
                    <a:pt x="228095" y="442402"/>
                  </a:cubicBezTo>
                  <a:cubicBezTo>
                    <a:pt x="345026" y="267862"/>
                    <a:pt x="513711" y="107147"/>
                    <a:pt x="701363" y="426"/>
                  </a:cubicBezTo>
                  <a:lnTo>
                    <a:pt x="913676" y="104173"/>
                  </a:lnTo>
                  <a:cubicBezTo>
                    <a:pt x="693683" y="233724"/>
                    <a:pt x="509796" y="361805"/>
                    <a:pt x="387427" y="544817"/>
                  </a:cubicBezTo>
                  <a:cubicBezTo>
                    <a:pt x="265048" y="727820"/>
                    <a:pt x="209296" y="900812"/>
                    <a:pt x="179463" y="1202240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CBDE5853-996A-73C8-89DF-51CCC627E454}"/>
                </a:ext>
              </a:extLst>
            </p:cNvPr>
            <p:cNvSpPr/>
            <p:nvPr/>
          </p:nvSpPr>
          <p:spPr>
            <a:xfrm>
              <a:off x="7836653" y="2342755"/>
              <a:ext cx="853773" cy="1103190"/>
            </a:xfrm>
            <a:custGeom>
              <a:avLst/>
              <a:gdLst>
                <a:gd name="connsiteX0" fmla="*/ 173480 w 853773"/>
                <a:gd name="connsiteY0" fmla="*/ 1103616 h 1103190"/>
                <a:gd name="connsiteX1" fmla="*/ -242 w 853773"/>
                <a:gd name="connsiteY1" fmla="*/ 944612 h 1103190"/>
                <a:gd name="connsiteX2" fmla="*/ 227168 w 853773"/>
                <a:gd name="connsiteY2" fmla="*/ 391902 h 1103190"/>
                <a:gd name="connsiteX3" fmla="*/ 631444 w 853773"/>
                <a:gd name="connsiteY3" fmla="*/ 426 h 1103190"/>
                <a:gd name="connsiteX4" fmla="*/ 853531 w 853773"/>
                <a:gd name="connsiteY4" fmla="*/ 94766 h 1103190"/>
                <a:gd name="connsiteX5" fmla="*/ 390070 w 853773"/>
                <a:gd name="connsiteY5" fmla="*/ 500635 h 1103190"/>
                <a:gd name="connsiteX6" fmla="*/ 173480 w 853773"/>
                <a:gd name="connsiteY6" fmla="*/ 1103616 h 1103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3773" h="1103190">
                  <a:moveTo>
                    <a:pt x="173480" y="1103616"/>
                  </a:moveTo>
                  <a:lnTo>
                    <a:pt x="-242" y="944612"/>
                  </a:lnTo>
                  <a:cubicBezTo>
                    <a:pt x="75274" y="659311"/>
                    <a:pt x="121887" y="549266"/>
                    <a:pt x="227168" y="391902"/>
                  </a:cubicBezTo>
                  <a:cubicBezTo>
                    <a:pt x="332450" y="234538"/>
                    <a:pt x="511540" y="78338"/>
                    <a:pt x="631444" y="426"/>
                  </a:cubicBezTo>
                  <a:lnTo>
                    <a:pt x="853531" y="94766"/>
                  </a:lnTo>
                  <a:cubicBezTo>
                    <a:pt x="717769" y="169091"/>
                    <a:pt x="503404" y="332487"/>
                    <a:pt x="390070" y="500635"/>
                  </a:cubicBezTo>
                  <a:cubicBezTo>
                    <a:pt x="276724" y="668770"/>
                    <a:pt x="227685" y="785481"/>
                    <a:pt x="173480" y="1103616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8DE30808-FED8-9FDA-F217-A931D658917D}"/>
                </a:ext>
              </a:extLst>
            </p:cNvPr>
            <p:cNvSpPr/>
            <p:nvPr/>
          </p:nvSpPr>
          <p:spPr>
            <a:xfrm>
              <a:off x="7597846" y="2220084"/>
              <a:ext cx="759887" cy="969827"/>
            </a:xfrm>
            <a:custGeom>
              <a:avLst/>
              <a:gdLst>
                <a:gd name="connsiteX0" fmla="*/ 160451 w 759887"/>
                <a:gd name="connsiteY0" fmla="*/ 970254 h 969827"/>
                <a:gd name="connsiteX1" fmla="*/ -242 w 759887"/>
                <a:gd name="connsiteY1" fmla="*/ 796320 h 969827"/>
                <a:gd name="connsiteX2" fmla="*/ 208162 w 759887"/>
                <a:gd name="connsiteY2" fmla="*/ 333955 h 969827"/>
                <a:gd name="connsiteX3" fmla="*/ 539081 w 759887"/>
                <a:gd name="connsiteY3" fmla="*/ 426 h 969827"/>
                <a:gd name="connsiteX4" fmla="*/ 759646 w 759887"/>
                <a:gd name="connsiteY4" fmla="*/ 82805 h 969827"/>
                <a:gd name="connsiteX5" fmla="*/ 365723 w 759887"/>
                <a:gd name="connsiteY5" fmla="*/ 447644 h 969827"/>
                <a:gd name="connsiteX6" fmla="*/ 160451 w 759887"/>
                <a:gd name="connsiteY6" fmla="*/ 970254 h 969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59887" h="969827">
                  <a:moveTo>
                    <a:pt x="160451" y="970254"/>
                  </a:moveTo>
                  <a:lnTo>
                    <a:pt x="-242" y="796320"/>
                  </a:lnTo>
                  <a:cubicBezTo>
                    <a:pt x="73849" y="560440"/>
                    <a:pt x="118275" y="466603"/>
                    <a:pt x="208162" y="333955"/>
                  </a:cubicBezTo>
                  <a:cubicBezTo>
                    <a:pt x="298048" y="201305"/>
                    <a:pt x="368416" y="141939"/>
                    <a:pt x="539081" y="426"/>
                  </a:cubicBezTo>
                  <a:lnTo>
                    <a:pt x="759646" y="82805"/>
                  </a:lnTo>
                  <a:cubicBezTo>
                    <a:pt x="544798" y="242340"/>
                    <a:pt x="465590" y="299736"/>
                    <a:pt x="365723" y="447644"/>
                  </a:cubicBezTo>
                  <a:cubicBezTo>
                    <a:pt x="265857" y="595551"/>
                    <a:pt x="229540" y="682148"/>
                    <a:pt x="160451" y="970254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1C65B7D0-540F-7915-BD85-36AB6C0A8589}"/>
                </a:ext>
              </a:extLst>
            </p:cNvPr>
            <p:cNvSpPr/>
            <p:nvPr/>
          </p:nvSpPr>
          <p:spPr>
            <a:xfrm>
              <a:off x="7376369" y="2121337"/>
              <a:ext cx="633389" cy="788890"/>
            </a:xfrm>
            <a:custGeom>
              <a:avLst/>
              <a:gdLst>
                <a:gd name="connsiteX0" fmla="*/ 140856 w 633389"/>
                <a:gd name="connsiteY0" fmla="*/ 789317 h 788890"/>
                <a:gd name="connsiteX1" fmla="*/ -242 w 633389"/>
                <a:gd name="connsiteY1" fmla="*/ 598647 h 788890"/>
                <a:gd name="connsiteX2" fmla="*/ 170379 w 633389"/>
                <a:gd name="connsiteY2" fmla="*/ 256784 h 788890"/>
                <a:gd name="connsiteX3" fmla="*/ 398568 w 633389"/>
                <a:gd name="connsiteY3" fmla="*/ 426 h 788890"/>
                <a:gd name="connsiteX4" fmla="*/ 633148 w 633389"/>
                <a:gd name="connsiteY4" fmla="*/ 62990 h 788890"/>
                <a:gd name="connsiteX5" fmla="*/ 330242 w 633389"/>
                <a:gd name="connsiteY5" fmla="*/ 367227 h 788890"/>
                <a:gd name="connsiteX6" fmla="*/ 140856 w 633389"/>
                <a:gd name="connsiteY6" fmla="*/ 789317 h 788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3389" h="788890">
                  <a:moveTo>
                    <a:pt x="140856" y="789317"/>
                  </a:moveTo>
                  <a:lnTo>
                    <a:pt x="-242" y="598647"/>
                  </a:lnTo>
                  <a:cubicBezTo>
                    <a:pt x="67500" y="408722"/>
                    <a:pt x="103911" y="356486"/>
                    <a:pt x="170379" y="256784"/>
                  </a:cubicBezTo>
                  <a:cubicBezTo>
                    <a:pt x="236848" y="157080"/>
                    <a:pt x="312547" y="79712"/>
                    <a:pt x="398568" y="426"/>
                  </a:cubicBezTo>
                  <a:lnTo>
                    <a:pt x="633148" y="62990"/>
                  </a:lnTo>
                  <a:cubicBezTo>
                    <a:pt x="489764" y="176358"/>
                    <a:pt x="412290" y="246173"/>
                    <a:pt x="330242" y="367227"/>
                  </a:cubicBezTo>
                  <a:cubicBezTo>
                    <a:pt x="248192" y="488282"/>
                    <a:pt x="208075" y="567343"/>
                    <a:pt x="140856" y="789317"/>
                  </a:cubicBezTo>
                  <a:close/>
                </a:path>
              </a:pathLst>
            </a:custGeom>
            <a:grpFill/>
            <a:ln w="72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754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124515</TotalTime>
  <Words>254</Words>
  <Application>Microsoft Macintosh PowerPoint</Application>
  <PresentationFormat>Widescreen</PresentationFormat>
  <Paragraphs>108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Montserrat</vt:lpstr>
      <vt:lpstr>SF Orson Casual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Cassandra Gould Van Praag</dc:creator>
  <cp:lastModifiedBy>Cassandra Doris Gould van Praag</cp:lastModifiedBy>
  <cp:revision>9</cp:revision>
  <cp:lastPrinted>2025-09-04T09:54:42Z</cp:lastPrinted>
  <dcterms:created xsi:type="dcterms:W3CDTF">2025-01-23T17:28:14Z</dcterms:created>
  <dcterms:modified xsi:type="dcterms:W3CDTF">2026-09-24T16:30:53Z</dcterms:modified>
</cp:coreProperties>
</file>